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77" r:id="rId7"/>
    <p:sldId id="283" r:id="rId8"/>
    <p:sldId id="262" r:id="rId9"/>
    <p:sldId id="275" r:id="rId10"/>
    <p:sldId id="276" r:id="rId11"/>
    <p:sldId id="278" r:id="rId12"/>
    <p:sldId id="284" r:id="rId13"/>
    <p:sldId id="263" r:id="rId14"/>
    <p:sldId id="271" r:id="rId15"/>
    <p:sldId id="272" r:id="rId16"/>
    <p:sldId id="279" r:id="rId17"/>
    <p:sldId id="282" r:id="rId18"/>
    <p:sldId id="264" r:id="rId19"/>
    <p:sldId id="268" r:id="rId20"/>
    <p:sldId id="269" r:id="rId21"/>
    <p:sldId id="280" r:id="rId22"/>
    <p:sldId id="281" r:id="rId23"/>
    <p:sldId id="265" r:id="rId24"/>
    <p:sldId id="273" r:id="rId25"/>
    <p:sldId id="274" r:id="rId26"/>
    <p:sldId id="266" r:id="rId27"/>
    <p:sldId id="267" r:id="rId28"/>
    <p:sldId id="27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D2FC1-911E-43A4-B169-25DAC8994077}" v="145" dt="2025-04-19T16:09:35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Rithanya Sivakumar" userId="8c56ccde6f2dff38" providerId="LiveId" clId="{0E4D2FC1-911E-43A4-B169-25DAC8994077}"/>
    <pc:docChg chg="undo custSel addSld delSld modSld sldOrd">
      <pc:chgData name="Divya Rithanya Sivakumar" userId="8c56ccde6f2dff38" providerId="LiveId" clId="{0E4D2FC1-911E-43A4-B169-25DAC8994077}" dt="2025-04-27T13:17:46.545" v="3801" actId="20577"/>
      <pc:docMkLst>
        <pc:docMk/>
      </pc:docMkLst>
      <pc:sldChg chg="addSp delSp modSp mod">
        <pc:chgData name="Divya Rithanya Sivakumar" userId="8c56ccde6f2dff38" providerId="LiveId" clId="{0E4D2FC1-911E-43A4-B169-25DAC8994077}" dt="2025-04-27T13:17:46.545" v="3801" actId="20577"/>
        <pc:sldMkLst>
          <pc:docMk/>
          <pc:sldMk cId="1710774181" sldId="257"/>
        </pc:sldMkLst>
        <pc:spChg chg="add mod">
          <ac:chgData name="Divya Rithanya Sivakumar" userId="8c56ccde6f2dff38" providerId="LiveId" clId="{0E4D2FC1-911E-43A4-B169-25DAC8994077}" dt="2025-04-19T11:40:31.961" v="1947" actId="20577"/>
          <ac:spMkLst>
            <pc:docMk/>
            <pc:sldMk cId="1710774181" sldId="257"/>
            <ac:spMk id="7" creationId="{60682CB2-C84E-69BB-6DA2-34ECEA65A41B}"/>
          </ac:spMkLst>
        </pc:spChg>
        <pc:spChg chg="mod">
          <ac:chgData name="Divya Rithanya Sivakumar" userId="8c56ccde6f2dff38" providerId="LiveId" clId="{0E4D2FC1-911E-43A4-B169-25DAC8994077}" dt="2025-04-27T13:17:46.545" v="3801" actId="20577"/>
          <ac:spMkLst>
            <pc:docMk/>
            <pc:sldMk cId="1710774181" sldId="257"/>
            <ac:spMk id="8" creationId="{F6D3BA14-B829-896A-C134-296C8F26A54F}"/>
          </ac:spMkLst>
        </pc:spChg>
        <pc:spChg chg="mod">
          <ac:chgData name="Divya Rithanya Sivakumar" userId="8c56ccde6f2dff38" providerId="LiveId" clId="{0E4D2FC1-911E-43A4-B169-25DAC8994077}" dt="2025-04-19T11:44:28.543" v="2029" actId="20577"/>
          <ac:spMkLst>
            <pc:docMk/>
            <pc:sldMk cId="1710774181" sldId="257"/>
            <ac:spMk id="11" creationId="{3AFEB270-A02D-1326-3856-4B809C4A9B74}"/>
          </ac:spMkLst>
        </pc:spChg>
      </pc:sldChg>
      <pc:sldChg chg="addSp modSp mod">
        <pc:chgData name="Divya Rithanya Sivakumar" userId="8c56ccde6f2dff38" providerId="LiveId" clId="{0E4D2FC1-911E-43A4-B169-25DAC8994077}" dt="2025-04-19T11:41:52.990" v="1970" actId="20577"/>
        <pc:sldMkLst>
          <pc:docMk/>
          <pc:sldMk cId="493988215" sldId="258"/>
        </pc:sldMkLst>
        <pc:spChg chg="mod">
          <ac:chgData name="Divya Rithanya Sivakumar" userId="8c56ccde6f2dff38" providerId="LiveId" clId="{0E4D2FC1-911E-43A4-B169-25DAC8994077}" dt="2025-04-19T06:00:38.170" v="31" actId="20577"/>
          <ac:spMkLst>
            <pc:docMk/>
            <pc:sldMk cId="493988215" sldId="258"/>
            <ac:spMk id="3" creationId="{1E4F796F-765D-5015-7887-D260549AE0D1}"/>
          </ac:spMkLst>
        </pc:spChg>
        <pc:spChg chg="add mod">
          <ac:chgData name="Divya Rithanya Sivakumar" userId="8c56ccde6f2dff38" providerId="LiveId" clId="{0E4D2FC1-911E-43A4-B169-25DAC8994077}" dt="2025-04-19T11:41:52.990" v="1970" actId="20577"/>
          <ac:spMkLst>
            <pc:docMk/>
            <pc:sldMk cId="493988215" sldId="258"/>
            <ac:spMk id="4" creationId="{50E4D389-CBAC-D9AC-C604-71FC54A1A06D}"/>
          </ac:spMkLst>
        </pc:spChg>
      </pc:sldChg>
      <pc:sldChg chg="addSp modSp mod">
        <pc:chgData name="Divya Rithanya Sivakumar" userId="8c56ccde6f2dff38" providerId="LiveId" clId="{0E4D2FC1-911E-43A4-B169-25DAC8994077}" dt="2025-04-19T11:41:59.365" v="1972" actId="20577"/>
        <pc:sldMkLst>
          <pc:docMk/>
          <pc:sldMk cId="3308119224" sldId="259"/>
        </pc:sldMkLst>
        <pc:spChg chg="add mod">
          <ac:chgData name="Divya Rithanya Sivakumar" userId="8c56ccde6f2dff38" providerId="LiveId" clId="{0E4D2FC1-911E-43A4-B169-25DAC8994077}" dt="2025-04-19T11:41:59.365" v="1972" actId="20577"/>
          <ac:spMkLst>
            <pc:docMk/>
            <pc:sldMk cId="3308119224" sldId="259"/>
            <ac:spMk id="2" creationId="{6F7B4EC2-1BE1-F541-C4B5-AB55C4EA1D74}"/>
          </ac:spMkLst>
        </pc:spChg>
      </pc:sldChg>
      <pc:sldChg chg="addSp delSp modSp mod">
        <pc:chgData name="Divya Rithanya Sivakumar" userId="8c56ccde6f2dff38" providerId="LiveId" clId="{0E4D2FC1-911E-43A4-B169-25DAC8994077}" dt="2025-04-20T17:00:35.622" v="3750" actId="20577"/>
        <pc:sldMkLst>
          <pc:docMk/>
          <pc:sldMk cId="765461077" sldId="260"/>
        </pc:sldMkLst>
        <pc:spChg chg="mod">
          <ac:chgData name="Divya Rithanya Sivakumar" userId="8c56ccde6f2dff38" providerId="LiveId" clId="{0E4D2FC1-911E-43A4-B169-25DAC8994077}" dt="2025-04-19T11:39:28.145" v="1934" actId="14100"/>
          <ac:spMkLst>
            <pc:docMk/>
            <pc:sldMk cId="765461077" sldId="260"/>
            <ac:spMk id="4" creationId="{7CD91809-0673-9D90-06EC-912A2A4E5049}"/>
          </ac:spMkLst>
        </pc:spChg>
        <pc:spChg chg="add mod">
          <ac:chgData name="Divya Rithanya Sivakumar" userId="8c56ccde6f2dff38" providerId="LiveId" clId="{0E4D2FC1-911E-43A4-B169-25DAC8994077}" dt="2025-04-20T17:00:35.622" v="3750" actId="20577"/>
          <ac:spMkLst>
            <pc:docMk/>
            <pc:sldMk cId="765461077" sldId="260"/>
            <ac:spMk id="6" creationId="{14E692CB-3624-7A5D-E961-5DA35A87F0F6}"/>
          </ac:spMkLst>
        </pc:spChg>
        <pc:spChg chg="mod">
          <ac:chgData name="Divya Rithanya Sivakumar" userId="8c56ccde6f2dff38" providerId="LiveId" clId="{0E4D2FC1-911E-43A4-B169-25DAC8994077}" dt="2025-04-19T11:37:17.538" v="1912" actId="113"/>
          <ac:spMkLst>
            <pc:docMk/>
            <pc:sldMk cId="765461077" sldId="260"/>
            <ac:spMk id="8" creationId="{C5DCF3D8-9D95-A1CC-6E33-2C16C81B1911}"/>
          </ac:spMkLst>
        </pc:spChg>
        <pc:spChg chg="add mod">
          <ac:chgData name="Divya Rithanya Sivakumar" userId="8c56ccde6f2dff38" providerId="LiveId" clId="{0E4D2FC1-911E-43A4-B169-25DAC8994077}" dt="2025-04-19T11:39:05.918" v="1932" actId="20577"/>
          <ac:spMkLst>
            <pc:docMk/>
            <pc:sldMk cId="765461077" sldId="260"/>
            <ac:spMk id="9" creationId="{6A27A930-04AF-7872-AB2B-ADA043A276B2}"/>
          </ac:spMkLst>
        </pc:spChg>
        <pc:spChg chg="add mod">
          <ac:chgData name="Divya Rithanya Sivakumar" userId="8c56ccde6f2dff38" providerId="LiveId" clId="{0E4D2FC1-911E-43A4-B169-25DAC8994077}" dt="2025-04-19T11:40:02.369" v="1940" actId="20577"/>
          <ac:spMkLst>
            <pc:docMk/>
            <pc:sldMk cId="765461077" sldId="260"/>
            <ac:spMk id="10" creationId="{66E8AC4E-E79C-7250-D2EC-36258DBB271B}"/>
          </ac:spMkLst>
        </pc:spChg>
        <pc:cxnChg chg="mod">
          <ac:chgData name="Divya Rithanya Sivakumar" userId="8c56ccde6f2dff38" providerId="LiveId" clId="{0E4D2FC1-911E-43A4-B169-25DAC8994077}" dt="2025-04-19T11:33:47.026" v="1785" actId="14100"/>
          <ac:cxnSpMkLst>
            <pc:docMk/>
            <pc:sldMk cId="765461077" sldId="260"/>
            <ac:cxnSpMk id="5" creationId="{5B877DB4-2199-676A-D52D-CD7192914D60}"/>
          </ac:cxnSpMkLst>
        </pc:cxnChg>
      </pc:sldChg>
      <pc:sldChg chg="addSp delSp modSp mod">
        <pc:chgData name="Divya Rithanya Sivakumar" userId="8c56ccde6f2dff38" providerId="LiveId" clId="{0E4D2FC1-911E-43A4-B169-25DAC8994077}" dt="2025-04-19T11:42:08.464" v="1974" actId="20577"/>
        <pc:sldMkLst>
          <pc:docMk/>
          <pc:sldMk cId="3507315300" sldId="261"/>
        </pc:sldMkLst>
        <pc:spChg chg="add mod">
          <ac:chgData name="Divya Rithanya Sivakumar" userId="8c56ccde6f2dff38" providerId="LiveId" clId="{0E4D2FC1-911E-43A4-B169-25DAC8994077}" dt="2025-04-19T09:23:14.957" v="60" actId="1076"/>
          <ac:spMkLst>
            <pc:docMk/>
            <pc:sldMk cId="3507315300" sldId="261"/>
            <ac:spMk id="4" creationId="{9533FE2B-E645-FC39-9A70-9326EE15B11E}"/>
          </ac:spMkLst>
        </pc:spChg>
        <pc:spChg chg="add mod">
          <ac:chgData name="Divya Rithanya Sivakumar" userId="8c56ccde6f2dff38" providerId="LiveId" clId="{0E4D2FC1-911E-43A4-B169-25DAC8994077}" dt="2025-04-19T09:28:56.366" v="94" actId="14100"/>
          <ac:spMkLst>
            <pc:docMk/>
            <pc:sldMk cId="3507315300" sldId="261"/>
            <ac:spMk id="5" creationId="{8646E33A-BCF7-B60D-7F4F-F693ACFC401B}"/>
          </ac:spMkLst>
        </pc:spChg>
        <pc:spChg chg="add mod">
          <ac:chgData name="Divya Rithanya Sivakumar" userId="8c56ccde6f2dff38" providerId="LiveId" clId="{0E4D2FC1-911E-43A4-B169-25DAC8994077}" dt="2025-04-19T10:04:14.705" v="1175" actId="1076"/>
          <ac:spMkLst>
            <pc:docMk/>
            <pc:sldMk cId="3507315300" sldId="261"/>
            <ac:spMk id="6" creationId="{912A666F-6CCE-76B7-84B7-6D101F74BA6A}"/>
          </ac:spMkLst>
        </pc:spChg>
        <pc:spChg chg="add mod">
          <ac:chgData name="Divya Rithanya Sivakumar" userId="8c56ccde6f2dff38" providerId="LiveId" clId="{0E4D2FC1-911E-43A4-B169-25DAC8994077}" dt="2025-04-19T09:32:13.367" v="258" actId="20577"/>
          <ac:spMkLst>
            <pc:docMk/>
            <pc:sldMk cId="3507315300" sldId="261"/>
            <ac:spMk id="7" creationId="{38912C6F-F433-C0A9-8558-D6F2700618F0}"/>
          </ac:spMkLst>
        </pc:spChg>
        <pc:spChg chg="add mod">
          <ac:chgData name="Divya Rithanya Sivakumar" userId="8c56ccde6f2dff38" providerId="LiveId" clId="{0E4D2FC1-911E-43A4-B169-25DAC8994077}" dt="2025-04-19T10:03:26.859" v="1169" actId="1076"/>
          <ac:spMkLst>
            <pc:docMk/>
            <pc:sldMk cId="3507315300" sldId="261"/>
            <ac:spMk id="15" creationId="{6F60E3A5-24E9-3E44-1A8D-4E43CAF6CD21}"/>
          </ac:spMkLst>
        </pc:spChg>
        <pc:spChg chg="add mod">
          <ac:chgData name="Divya Rithanya Sivakumar" userId="8c56ccde6f2dff38" providerId="LiveId" clId="{0E4D2FC1-911E-43A4-B169-25DAC8994077}" dt="2025-04-19T10:04:51.037" v="1213" actId="20577"/>
          <ac:spMkLst>
            <pc:docMk/>
            <pc:sldMk cId="3507315300" sldId="261"/>
            <ac:spMk id="16" creationId="{7CD9BE1E-8F40-317F-A97E-9FD8BA9AD609}"/>
          </ac:spMkLst>
        </pc:spChg>
        <pc:spChg chg="add mod">
          <ac:chgData name="Divya Rithanya Sivakumar" userId="8c56ccde6f2dff38" providerId="LiveId" clId="{0E4D2FC1-911E-43A4-B169-25DAC8994077}" dt="2025-04-19T09:33:40.167" v="353" actId="14100"/>
          <ac:spMkLst>
            <pc:docMk/>
            <pc:sldMk cId="3507315300" sldId="261"/>
            <ac:spMk id="19" creationId="{1FEEA97B-136B-8E2C-21A6-AD6DEF876BDD}"/>
          </ac:spMkLst>
        </pc:spChg>
        <pc:spChg chg="add mod">
          <ac:chgData name="Divya Rithanya Sivakumar" userId="8c56ccde6f2dff38" providerId="LiveId" clId="{0E4D2FC1-911E-43A4-B169-25DAC8994077}" dt="2025-04-19T09:32:50.477" v="300" actId="20577"/>
          <ac:spMkLst>
            <pc:docMk/>
            <pc:sldMk cId="3507315300" sldId="261"/>
            <ac:spMk id="20" creationId="{3E4248A5-407F-1604-A36A-DFD8962CC6E8}"/>
          </ac:spMkLst>
        </pc:spChg>
        <pc:spChg chg="add mod">
          <ac:chgData name="Divya Rithanya Sivakumar" userId="8c56ccde6f2dff38" providerId="LiveId" clId="{0E4D2FC1-911E-43A4-B169-25DAC8994077}" dt="2025-04-19T09:35:29.478" v="460" actId="20577"/>
          <ac:spMkLst>
            <pc:docMk/>
            <pc:sldMk cId="3507315300" sldId="261"/>
            <ac:spMk id="23" creationId="{7546481C-5D1C-C4DE-A237-1717A4A2CA4E}"/>
          </ac:spMkLst>
        </pc:spChg>
        <pc:spChg chg="add mod">
          <ac:chgData name="Divya Rithanya Sivakumar" userId="8c56ccde6f2dff38" providerId="LiveId" clId="{0E4D2FC1-911E-43A4-B169-25DAC8994077}" dt="2025-04-19T09:36:20.372" v="536" actId="20577"/>
          <ac:spMkLst>
            <pc:docMk/>
            <pc:sldMk cId="3507315300" sldId="261"/>
            <ac:spMk id="25" creationId="{2AE8EAA0-D1D3-EB76-FDBB-A8307C1A18F0}"/>
          </ac:spMkLst>
        </pc:spChg>
        <pc:spChg chg="add mod">
          <ac:chgData name="Divya Rithanya Sivakumar" userId="8c56ccde6f2dff38" providerId="LiveId" clId="{0E4D2FC1-911E-43A4-B169-25DAC8994077}" dt="2025-04-19T10:05:30.459" v="1365" actId="20577"/>
          <ac:spMkLst>
            <pc:docMk/>
            <pc:sldMk cId="3507315300" sldId="261"/>
            <ac:spMk id="26" creationId="{E3461A35-65AE-8B3A-9999-3A275AEA548A}"/>
          </ac:spMkLst>
        </pc:spChg>
        <pc:spChg chg="add mod">
          <ac:chgData name="Divya Rithanya Sivakumar" userId="8c56ccde6f2dff38" providerId="LiveId" clId="{0E4D2FC1-911E-43A4-B169-25DAC8994077}" dt="2025-04-19T09:46:55.165" v="922" actId="14100"/>
          <ac:spMkLst>
            <pc:docMk/>
            <pc:sldMk cId="3507315300" sldId="261"/>
            <ac:spMk id="27" creationId="{B7E72002-0024-29AD-73FF-EB2239B74EFC}"/>
          </ac:spMkLst>
        </pc:spChg>
        <pc:spChg chg="add mod">
          <ac:chgData name="Divya Rithanya Sivakumar" userId="8c56ccde6f2dff38" providerId="LiveId" clId="{0E4D2FC1-911E-43A4-B169-25DAC8994077}" dt="2025-04-19T09:43:00.960" v="859" actId="14100"/>
          <ac:spMkLst>
            <pc:docMk/>
            <pc:sldMk cId="3507315300" sldId="261"/>
            <ac:spMk id="37" creationId="{19AB3439-8DA2-F7D5-BC96-DF36EB661FBE}"/>
          </ac:spMkLst>
        </pc:spChg>
        <pc:spChg chg="add mod">
          <ac:chgData name="Divya Rithanya Sivakumar" userId="8c56ccde6f2dff38" providerId="LiveId" clId="{0E4D2FC1-911E-43A4-B169-25DAC8994077}" dt="2025-04-19T09:47:52.111" v="998" actId="14100"/>
          <ac:spMkLst>
            <pc:docMk/>
            <pc:sldMk cId="3507315300" sldId="261"/>
            <ac:spMk id="38" creationId="{C5549C39-9516-659F-7B02-C0974B816940}"/>
          </ac:spMkLst>
        </pc:spChg>
        <pc:spChg chg="add mod">
          <ac:chgData name="Divya Rithanya Sivakumar" userId="8c56ccde6f2dff38" providerId="LiveId" clId="{0E4D2FC1-911E-43A4-B169-25DAC8994077}" dt="2025-04-19T10:02:42.573" v="1161" actId="1076"/>
          <ac:spMkLst>
            <pc:docMk/>
            <pc:sldMk cId="3507315300" sldId="261"/>
            <ac:spMk id="40" creationId="{580C1476-2DAB-1067-06A7-0328BA37ABBA}"/>
          </ac:spMkLst>
        </pc:spChg>
        <pc:spChg chg="add mod">
          <ac:chgData name="Divya Rithanya Sivakumar" userId="8c56ccde6f2dff38" providerId="LiveId" clId="{0E4D2FC1-911E-43A4-B169-25DAC8994077}" dt="2025-04-19T10:03:02.139" v="1165" actId="1076"/>
          <ac:spMkLst>
            <pc:docMk/>
            <pc:sldMk cId="3507315300" sldId="261"/>
            <ac:spMk id="43" creationId="{7B08FAED-C630-5BDC-BA70-95DBA4ECB241}"/>
          </ac:spMkLst>
        </pc:spChg>
        <pc:spChg chg="add mod">
          <ac:chgData name="Divya Rithanya Sivakumar" userId="8c56ccde6f2dff38" providerId="LiveId" clId="{0E4D2FC1-911E-43A4-B169-25DAC8994077}" dt="2025-04-19T11:42:08.464" v="1974" actId="20577"/>
          <ac:spMkLst>
            <pc:docMk/>
            <pc:sldMk cId="3507315300" sldId="261"/>
            <ac:spMk id="49" creationId="{E9A7343C-AD8E-28F0-32C7-260638B7281C}"/>
          </ac:spMkLst>
        </pc:spChg>
        <pc:cxnChg chg="add mod">
          <ac:chgData name="Divya Rithanya Sivakumar" userId="8c56ccde6f2dff38" providerId="LiveId" clId="{0E4D2FC1-911E-43A4-B169-25DAC8994077}" dt="2025-04-19T10:04:36.721" v="1179" actId="14100"/>
          <ac:cxnSpMkLst>
            <pc:docMk/>
            <pc:sldMk cId="3507315300" sldId="261"/>
            <ac:cxnSpMk id="11" creationId="{3D599679-0D93-28E9-7AF4-88C891CE108D}"/>
          </ac:cxnSpMkLst>
        </pc:cxnChg>
        <pc:cxnChg chg="add mod">
          <ac:chgData name="Divya Rithanya Sivakumar" userId="8c56ccde6f2dff38" providerId="LiveId" clId="{0E4D2FC1-911E-43A4-B169-25DAC8994077}" dt="2025-04-19T10:04:32.687" v="1178" actId="14100"/>
          <ac:cxnSpMkLst>
            <pc:docMk/>
            <pc:sldMk cId="3507315300" sldId="261"/>
            <ac:cxnSpMk id="12" creationId="{E64CE7B9-D3EA-4616-AD16-E02F39295D4A}"/>
          </ac:cxnSpMkLst>
        </pc:cxnChg>
        <pc:cxnChg chg="add mod">
          <ac:chgData name="Divya Rithanya Sivakumar" userId="8c56ccde6f2dff38" providerId="LiveId" clId="{0E4D2FC1-911E-43A4-B169-25DAC8994077}" dt="2025-04-19T10:03:38.883" v="1171" actId="14100"/>
          <ac:cxnSpMkLst>
            <pc:docMk/>
            <pc:sldMk cId="3507315300" sldId="261"/>
            <ac:cxnSpMk id="13" creationId="{AB432560-A79A-9B57-55BC-88A1D20411D7}"/>
          </ac:cxnSpMkLst>
        </pc:cxnChg>
        <pc:cxnChg chg="add mod">
          <ac:chgData name="Divya Rithanya Sivakumar" userId="8c56ccde6f2dff38" providerId="LiveId" clId="{0E4D2FC1-911E-43A4-B169-25DAC8994077}" dt="2025-04-19T10:04:18.954" v="1176" actId="1076"/>
          <ac:cxnSpMkLst>
            <pc:docMk/>
            <pc:sldMk cId="3507315300" sldId="261"/>
            <ac:cxnSpMk id="14" creationId="{A8E87856-2D17-77A0-0698-223C4F75B79C}"/>
          </ac:cxnSpMkLst>
        </pc:cxnChg>
        <pc:cxnChg chg="add mod">
          <ac:chgData name="Divya Rithanya Sivakumar" userId="8c56ccde6f2dff38" providerId="LiveId" clId="{0E4D2FC1-911E-43A4-B169-25DAC8994077}" dt="2025-04-19T09:34:29.707" v="362" actId="1076"/>
          <ac:cxnSpMkLst>
            <pc:docMk/>
            <pc:sldMk cId="3507315300" sldId="261"/>
            <ac:cxnSpMk id="24" creationId="{0EB94F5D-4300-A326-5C51-B838CF57AA0D}"/>
          </ac:cxnSpMkLst>
        </pc:cxnChg>
        <pc:cxnChg chg="add mod">
          <ac:chgData name="Divya Rithanya Sivakumar" userId="8c56ccde6f2dff38" providerId="LiveId" clId="{0E4D2FC1-911E-43A4-B169-25DAC8994077}" dt="2025-04-19T09:38:24.093" v="674" actId="1076"/>
          <ac:cxnSpMkLst>
            <pc:docMk/>
            <pc:sldMk cId="3507315300" sldId="261"/>
            <ac:cxnSpMk id="28" creationId="{D5AF4371-EE3C-36C6-4474-77F32FE80F68}"/>
          </ac:cxnSpMkLst>
        </pc:cxnChg>
        <pc:cxnChg chg="add mod">
          <ac:chgData name="Divya Rithanya Sivakumar" userId="8c56ccde6f2dff38" providerId="LiveId" clId="{0E4D2FC1-911E-43A4-B169-25DAC8994077}" dt="2025-04-19T10:02:53.310" v="1163" actId="1076"/>
          <ac:cxnSpMkLst>
            <pc:docMk/>
            <pc:sldMk cId="3507315300" sldId="261"/>
            <ac:cxnSpMk id="29" creationId="{D79C36FB-E011-1CA9-2730-D751FB4C94AA}"/>
          </ac:cxnSpMkLst>
        </pc:cxnChg>
        <pc:cxnChg chg="add mod">
          <ac:chgData name="Divya Rithanya Sivakumar" userId="8c56ccde6f2dff38" providerId="LiveId" clId="{0E4D2FC1-911E-43A4-B169-25DAC8994077}" dt="2025-04-19T09:43:07.441" v="860" actId="1076"/>
          <ac:cxnSpMkLst>
            <pc:docMk/>
            <pc:sldMk cId="3507315300" sldId="261"/>
            <ac:cxnSpMk id="35" creationId="{B5401173-B51D-04D9-E2D1-9AF712F84AAA}"/>
          </ac:cxnSpMkLst>
        </pc:cxnChg>
        <pc:cxnChg chg="add mod">
          <ac:chgData name="Divya Rithanya Sivakumar" userId="8c56ccde6f2dff38" providerId="LiveId" clId="{0E4D2FC1-911E-43A4-B169-25DAC8994077}" dt="2025-04-19T10:03:12.073" v="1167" actId="1076"/>
          <ac:cxnSpMkLst>
            <pc:docMk/>
            <pc:sldMk cId="3507315300" sldId="261"/>
            <ac:cxnSpMk id="44" creationId="{9E213CFE-3907-C72B-33BE-EC89F0B3A91C}"/>
          </ac:cxnSpMkLst>
        </pc:cxnChg>
        <pc:cxnChg chg="add mod">
          <ac:chgData name="Divya Rithanya Sivakumar" userId="8c56ccde6f2dff38" providerId="LiveId" clId="{0E4D2FC1-911E-43A4-B169-25DAC8994077}" dt="2025-04-19T10:03:47.079" v="1173" actId="1076"/>
          <ac:cxnSpMkLst>
            <pc:docMk/>
            <pc:sldMk cId="3507315300" sldId="261"/>
            <ac:cxnSpMk id="46" creationId="{101858F5-962B-C96B-F08F-66FF1DC25CAE}"/>
          </ac:cxnSpMkLst>
        </pc:cxnChg>
      </pc:sldChg>
      <pc:sldChg chg="addSp delSp modSp mod">
        <pc:chgData name="Divya Rithanya Sivakumar" userId="8c56ccde6f2dff38" providerId="LiveId" clId="{0E4D2FC1-911E-43A4-B169-25DAC8994077}" dt="2025-04-19T13:56:16.859" v="3392" actId="20577"/>
        <pc:sldMkLst>
          <pc:docMk/>
          <pc:sldMk cId="1597074879" sldId="262"/>
        </pc:sldMkLst>
        <pc:spChg chg="add mod">
          <ac:chgData name="Divya Rithanya Sivakumar" userId="8c56ccde6f2dff38" providerId="LiveId" clId="{0E4D2FC1-911E-43A4-B169-25DAC8994077}" dt="2025-04-19T13:13:34.012" v="2589" actId="1076"/>
          <ac:spMkLst>
            <pc:docMk/>
            <pc:sldMk cId="1597074879" sldId="262"/>
            <ac:spMk id="3" creationId="{C6FD497F-1E77-7D76-5312-A6B47E1DFE0A}"/>
          </ac:spMkLst>
        </pc:spChg>
        <pc:spChg chg="add mod">
          <ac:chgData name="Divya Rithanya Sivakumar" userId="8c56ccde6f2dff38" providerId="LiveId" clId="{0E4D2FC1-911E-43A4-B169-25DAC8994077}" dt="2025-04-19T13:56:16.859" v="3392" actId="20577"/>
          <ac:spMkLst>
            <pc:docMk/>
            <pc:sldMk cId="1597074879" sldId="262"/>
            <ac:spMk id="4" creationId="{26C29AC9-6BF0-CEB7-1049-B6D4340A141F}"/>
          </ac:spMkLst>
        </pc:spChg>
        <pc:picChg chg="add mod">
          <ac:chgData name="Divya Rithanya Sivakumar" userId="8c56ccde6f2dff38" providerId="LiveId" clId="{0E4D2FC1-911E-43A4-B169-25DAC8994077}" dt="2025-04-19T13:13:37.912" v="2590" actId="1076"/>
          <ac:picMkLst>
            <pc:docMk/>
            <pc:sldMk cId="1597074879" sldId="262"/>
            <ac:picMk id="6" creationId="{84A266D5-1220-30E2-D129-654A204EA63C}"/>
          </ac:picMkLst>
        </pc:picChg>
        <pc:picChg chg="add mod">
          <ac:chgData name="Divya Rithanya Sivakumar" userId="8c56ccde6f2dff38" providerId="LiveId" clId="{0E4D2FC1-911E-43A4-B169-25DAC8994077}" dt="2025-04-19T13:13:39.917" v="2591" actId="1076"/>
          <ac:picMkLst>
            <pc:docMk/>
            <pc:sldMk cId="1597074879" sldId="262"/>
            <ac:picMk id="8" creationId="{90DDB021-9EB3-0FDE-DE08-676F8D2A9A50}"/>
          </ac:picMkLst>
        </pc:picChg>
        <pc:picChg chg="add mod">
          <ac:chgData name="Divya Rithanya Sivakumar" userId="8c56ccde6f2dff38" providerId="LiveId" clId="{0E4D2FC1-911E-43A4-B169-25DAC8994077}" dt="2025-04-19T13:13:42.449" v="2592" actId="1076"/>
          <ac:picMkLst>
            <pc:docMk/>
            <pc:sldMk cId="1597074879" sldId="262"/>
            <ac:picMk id="10" creationId="{50DE0882-9B9B-2F80-949F-CD782EDA4033}"/>
          </ac:picMkLst>
        </pc:picChg>
        <pc:picChg chg="add mod">
          <ac:chgData name="Divya Rithanya Sivakumar" userId="8c56ccde6f2dff38" providerId="LiveId" clId="{0E4D2FC1-911E-43A4-B169-25DAC8994077}" dt="2025-04-19T12:36:02.861" v="2269" actId="1076"/>
          <ac:picMkLst>
            <pc:docMk/>
            <pc:sldMk cId="1597074879" sldId="262"/>
            <ac:picMk id="12" creationId="{7596A0FD-B7C1-FE25-DB90-0EAD831CF7A9}"/>
          </ac:picMkLst>
        </pc:picChg>
        <pc:picChg chg="add mod">
          <ac:chgData name="Divya Rithanya Sivakumar" userId="8c56ccde6f2dff38" providerId="LiveId" clId="{0E4D2FC1-911E-43A4-B169-25DAC8994077}" dt="2025-04-19T12:36:26.490" v="2272" actId="14100"/>
          <ac:picMkLst>
            <pc:docMk/>
            <pc:sldMk cId="1597074879" sldId="262"/>
            <ac:picMk id="14" creationId="{0473915F-8A81-8D7A-3EAD-332EC9BB4649}"/>
          </ac:picMkLst>
        </pc:picChg>
      </pc:sldChg>
      <pc:sldChg chg="addSp delSp modSp mod">
        <pc:chgData name="Divya Rithanya Sivakumar" userId="8c56ccde6f2dff38" providerId="LiveId" clId="{0E4D2FC1-911E-43A4-B169-25DAC8994077}" dt="2025-04-19T13:56:54.546" v="3410" actId="20577"/>
        <pc:sldMkLst>
          <pc:docMk/>
          <pc:sldMk cId="1358393381" sldId="263"/>
        </pc:sldMkLst>
        <pc:spChg chg="add mod">
          <ac:chgData name="Divya Rithanya Sivakumar" userId="8c56ccde6f2dff38" providerId="LiveId" clId="{0E4D2FC1-911E-43A4-B169-25DAC8994077}" dt="2025-04-19T10:13:19.516" v="1451" actId="1076"/>
          <ac:spMkLst>
            <pc:docMk/>
            <pc:sldMk cId="1358393381" sldId="263"/>
            <ac:spMk id="2" creationId="{05B629D5-1F9A-7F8E-9A27-515ED3EB7116}"/>
          </ac:spMkLst>
        </pc:spChg>
        <pc:spChg chg="add mod">
          <ac:chgData name="Divya Rithanya Sivakumar" userId="8c56ccde6f2dff38" providerId="LiveId" clId="{0E4D2FC1-911E-43A4-B169-25DAC8994077}" dt="2025-04-19T13:56:54.546" v="3410" actId="20577"/>
          <ac:spMkLst>
            <pc:docMk/>
            <pc:sldMk cId="1358393381" sldId="263"/>
            <ac:spMk id="24" creationId="{CAAEDD73-B31A-7A56-0820-7DCE834FD503}"/>
          </ac:spMkLst>
        </pc:spChg>
        <pc:picChg chg="add mod">
          <ac:chgData name="Divya Rithanya Sivakumar" userId="8c56ccde6f2dff38" providerId="LiveId" clId="{0E4D2FC1-911E-43A4-B169-25DAC8994077}" dt="2025-04-19T11:13:25.579" v="1694" actId="1076"/>
          <ac:picMkLst>
            <pc:docMk/>
            <pc:sldMk cId="1358393381" sldId="263"/>
            <ac:picMk id="10" creationId="{57CC85FA-EF73-9592-B67B-39748A7DF6BE}"/>
          </ac:picMkLst>
        </pc:picChg>
        <pc:picChg chg="add mod">
          <ac:chgData name="Divya Rithanya Sivakumar" userId="8c56ccde6f2dff38" providerId="LiveId" clId="{0E4D2FC1-911E-43A4-B169-25DAC8994077}" dt="2025-04-19T11:13:23.602" v="1693" actId="1076"/>
          <ac:picMkLst>
            <pc:docMk/>
            <pc:sldMk cId="1358393381" sldId="263"/>
            <ac:picMk id="14" creationId="{E8A6E0F0-1EB1-68C8-ADC2-306CAE99E49B}"/>
          </ac:picMkLst>
        </pc:picChg>
        <pc:picChg chg="add mod">
          <ac:chgData name="Divya Rithanya Sivakumar" userId="8c56ccde6f2dff38" providerId="LiveId" clId="{0E4D2FC1-911E-43A4-B169-25DAC8994077}" dt="2025-04-19T11:13:03.692" v="1688" actId="1076"/>
          <ac:picMkLst>
            <pc:docMk/>
            <pc:sldMk cId="1358393381" sldId="263"/>
            <ac:picMk id="18" creationId="{A2001DDE-0266-60D7-21D6-F0E1452EF9C0}"/>
          </ac:picMkLst>
        </pc:picChg>
        <pc:picChg chg="add mod">
          <ac:chgData name="Divya Rithanya Sivakumar" userId="8c56ccde6f2dff38" providerId="LiveId" clId="{0E4D2FC1-911E-43A4-B169-25DAC8994077}" dt="2025-04-19T11:13:00.601" v="1687" actId="14100"/>
          <ac:picMkLst>
            <pc:docMk/>
            <pc:sldMk cId="1358393381" sldId="263"/>
            <ac:picMk id="20" creationId="{6236F0EE-8E4D-9AF0-D6AA-61CA449CCE30}"/>
          </ac:picMkLst>
        </pc:picChg>
        <pc:picChg chg="add mod">
          <ac:chgData name="Divya Rithanya Sivakumar" userId="8c56ccde6f2dff38" providerId="LiveId" clId="{0E4D2FC1-911E-43A4-B169-25DAC8994077}" dt="2025-04-19T12:50:03.501" v="2297" actId="1076"/>
          <ac:picMkLst>
            <pc:docMk/>
            <pc:sldMk cId="1358393381" sldId="263"/>
            <ac:picMk id="23" creationId="{85E6F407-FF70-21A6-BE78-6D98604330C8}"/>
          </ac:picMkLst>
        </pc:picChg>
      </pc:sldChg>
      <pc:sldChg chg="addSp delSp modSp mod">
        <pc:chgData name="Divya Rithanya Sivakumar" userId="8c56ccde6f2dff38" providerId="LiveId" clId="{0E4D2FC1-911E-43A4-B169-25DAC8994077}" dt="2025-04-19T13:57:23.866" v="3424" actId="20577"/>
        <pc:sldMkLst>
          <pc:docMk/>
          <pc:sldMk cId="1894090099" sldId="264"/>
        </pc:sldMkLst>
        <pc:spChg chg="add mod">
          <ac:chgData name="Divya Rithanya Sivakumar" userId="8c56ccde6f2dff38" providerId="LiveId" clId="{0E4D2FC1-911E-43A4-B169-25DAC8994077}" dt="2025-04-19T10:35:34.215" v="1555" actId="1076"/>
          <ac:spMkLst>
            <pc:docMk/>
            <pc:sldMk cId="1894090099" sldId="264"/>
            <ac:spMk id="2" creationId="{3DC7F09F-7CFB-B99C-73F3-9908E34BA3C7}"/>
          </ac:spMkLst>
        </pc:spChg>
        <pc:spChg chg="add mod">
          <ac:chgData name="Divya Rithanya Sivakumar" userId="8c56ccde6f2dff38" providerId="LiveId" clId="{0E4D2FC1-911E-43A4-B169-25DAC8994077}" dt="2025-04-19T13:57:23.866" v="3424" actId="20577"/>
          <ac:spMkLst>
            <pc:docMk/>
            <pc:sldMk cId="1894090099" sldId="264"/>
            <ac:spMk id="13" creationId="{C03397AD-EB13-FC67-2C7F-84FEAFFAE86C}"/>
          </ac:spMkLst>
        </pc:spChg>
        <pc:picChg chg="add mod">
          <ac:chgData name="Divya Rithanya Sivakumar" userId="8c56ccde6f2dff38" providerId="LiveId" clId="{0E4D2FC1-911E-43A4-B169-25DAC8994077}" dt="2025-04-19T10:35:25.009" v="1554" actId="14100"/>
          <ac:picMkLst>
            <pc:docMk/>
            <pc:sldMk cId="1894090099" sldId="264"/>
            <ac:picMk id="4" creationId="{B1B67485-D553-8591-56B4-7BDA1BD1BBC1}"/>
          </ac:picMkLst>
        </pc:picChg>
        <pc:picChg chg="add mod modCrop">
          <ac:chgData name="Divya Rithanya Sivakumar" userId="8c56ccde6f2dff38" providerId="LiveId" clId="{0E4D2FC1-911E-43A4-B169-25DAC8994077}" dt="2025-04-19T10:35:14.849" v="1553" actId="14100"/>
          <ac:picMkLst>
            <pc:docMk/>
            <pc:sldMk cId="1894090099" sldId="264"/>
            <ac:picMk id="6" creationId="{72DCC846-32F2-9301-7E4A-74EE1B4602E5}"/>
          </ac:picMkLst>
        </pc:picChg>
        <pc:picChg chg="add mod">
          <ac:chgData name="Divya Rithanya Sivakumar" userId="8c56ccde6f2dff38" providerId="LiveId" clId="{0E4D2FC1-911E-43A4-B169-25DAC8994077}" dt="2025-04-19T10:34:55.622" v="1548" actId="1076"/>
          <ac:picMkLst>
            <pc:docMk/>
            <pc:sldMk cId="1894090099" sldId="264"/>
            <ac:picMk id="8" creationId="{1F8DDD7F-AC19-E173-66C2-5A27F9EE4D48}"/>
          </ac:picMkLst>
        </pc:picChg>
        <pc:picChg chg="add mod">
          <ac:chgData name="Divya Rithanya Sivakumar" userId="8c56ccde6f2dff38" providerId="LiveId" clId="{0E4D2FC1-911E-43A4-B169-25DAC8994077}" dt="2025-04-19T10:35:03.015" v="1550" actId="14100"/>
          <ac:picMkLst>
            <pc:docMk/>
            <pc:sldMk cId="1894090099" sldId="264"/>
            <ac:picMk id="10" creationId="{45ECAE3C-0757-985F-A109-E2634956C399}"/>
          </ac:picMkLst>
        </pc:picChg>
        <pc:picChg chg="add mod">
          <ac:chgData name="Divya Rithanya Sivakumar" userId="8c56ccde6f2dff38" providerId="LiveId" clId="{0E4D2FC1-911E-43A4-B169-25DAC8994077}" dt="2025-04-19T12:22:45.141" v="2038" actId="1076"/>
          <ac:picMkLst>
            <pc:docMk/>
            <pc:sldMk cId="1894090099" sldId="264"/>
            <ac:picMk id="15" creationId="{875606DC-CA81-5BA2-F210-814559C9E1C3}"/>
          </ac:picMkLst>
        </pc:picChg>
      </pc:sldChg>
      <pc:sldChg chg="addSp modSp new mod">
        <pc:chgData name="Divya Rithanya Sivakumar" userId="8c56ccde6f2dff38" providerId="LiveId" clId="{0E4D2FC1-911E-43A4-B169-25DAC8994077}" dt="2025-04-19T13:57:58.650" v="3442" actId="20577"/>
        <pc:sldMkLst>
          <pc:docMk/>
          <pc:sldMk cId="3945171997" sldId="265"/>
        </pc:sldMkLst>
        <pc:spChg chg="add mod">
          <ac:chgData name="Divya Rithanya Sivakumar" userId="8c56ccde6f2dff38" providerId="LiveId" clId="{0E4D2FC1-911E-43A4-B169-25DAC8994077}" dt="2025-04-19T13:18:47.797" v="2839" actId="20577"/>
          <ac:spMkLst>
            <pc:docMk/>
            <pc:sldMk cId="3945171997" sldId="265"/>
            <ac:spMk id="2" creationId="{D57BF05D-A16B-18BB-6B8A-E482A02F1E4A}"/>
          </ac:spMkLst>
        </pc:spChg>
        <pc:spChg chg="add mod">
          <ac:chgData name="Divya Rithanya Sivakumar" userId="8c56ccde6f2dff38" providerId="LiveId" clId="{0E4D2FC1-911E-43A4-B169-25DAC8994077}" dt="2025-04-19T13:57:58.650" v="3442" actId="20577"/>
          <ac:spMkLst>
            <pc:docMk/>
            <pc:sldMk cId="3945171997" sldId="265"/>
            <ac:spMk id="11" creationId="{147B4DB0-1389-80E7-0AF3-05476D8DB516}"/>
          </ac:spMkLst>
        </pc:spChg>
        <pc:picChg chg="add mod modCrop">
          <ac:chgData name="Divya Rithanya Sivakumar" userId="8c56ccde6f2dff38" providerId="LiveId" clId="{0E4D2FC1-911E-43A4-B169-25DAC8994077}" dt="2025-04-19T12:38:37.947" v="2288" actId="1076"/>
          <ac:picMkLst>
            <pc:docMk/>
            <pc:sldMk cId="3945171997" sldId="265"/>
            <ac:picMk id="4" creationId="{EDCB0309-64B5-C0A9-90FD-58C95425B1FC}"/>
          </ac:picMkLst>
        </pc:picChg>
        <pc:picChg chg="add mod">
          <ac:chgData name="Divya Rithanya Sivakumar" userId="8c56ccde6f2dff38" providerId="LiveId" clId="{0E4D2FC1-911E-43A4-B169-25DAC8994077}" dt="2025-04-19T12:38:41.614" v="2289" actId="1076"/>
          <ac:picMkLst>
            <pc:docMk/>
            <pc:sldMk cId="3945171997" sldId="265"/>
            <ac:picMk id="6" creationId="{BFE4F4D2-D9A8-C46A-275A-DAAF418E1411}"/>
          </ac:picMkLst>
        </pc:picChg>
        <pc:picChg chg="add mod">
          <ac:chgData name="Divya Rithanya Sivakumar" userId="8c56ccde6f2dff38" providerId="LiveId" clId="{0E4D2FC1-911E-43A4-B169-25DAC8994077}" dt="2025-04-19T11:22:24.096" v="1755" actId="14100"/>
          <ac:picMkLst>
            <pc:docMk/>
            <pc:sldMk cId="3945171997" sldId="265"/>
            <ac:picMk id="8" creationId="{A4A99BE8-292F-3613-0163-3AA312E877E6}"/>
          </ac:picMkLst>
        </pc:picChg>
        <pc:picChg chg="add mod">
          <ac:chgData name="Divya Rithanya Sivakumar" userId="8c56ccde6f2dff38" providerId="LiveId" clId="{0E4D2FC1-911E-43A4-B169-25DAC8994077}" dt="2025-04-19T11:23:32.116" v="1760" actId="14100"/>
          <ac:picMkLst>
            <pc:docMk/>
            <pc:sldMk cId="3945171997" sldId="265"/>
            <ac:picMk id="10" creationId="{B183323F-3C75-15A7-8F86-8AAB72EFAFC9}"/>
          </ac:picMkLst>
        </pc:picChg>
        <pc:picChg chg="add mod">
          <ac:chgData name="Divya Rithanya Sivakumar" userId="8c56ccde6f2dff38" providerId="LiveId" clId="{0E4D2FC1-911E-43A4-B169-25DAC8994077}" dt="2025-04-19T12:38:55.122" v="2293" actId="1076"/>
          <ac:picMkLst>
            <pc:docMk/>
            <pc:sldMk cId="3945171997" sldId="265"/>
            <ac:picMk id="13" creationId="{F606C8B7-3CF5-E162-EB2A-6F945180F267}"/>
          </ac:picMkLst>
        </pc:picChg>
      </pc:sldChg>
      <pc:sldChg chg="addSp delSp modSp new mod">
        <pc:chgData name="Divya Rithanya Sivakumar" userId="8c56ccde6f2dff38" providerId="LiveId" clId="{0E4D2FC1-911E-43A4-B169-25DAC8994077}" dt="2025-04-19T13:58:20.470" v="3454" actId="20577"/>
        <pc:sldMkLst>
          <pc:docMk/>
          <pc:sldMk cId="328068902" sldId="266"/>
        </pc:sldMkLst>
        <pc:spChg chg="add mod">
          <ac:chgData name="Divya Rithanya Sivakumar" userId="8c56ccde6f2dff38" providerId="LiveId" clId="{0E4D2FC1-911E-43A4-B169-25DAC8994077}" dt="2025-04-19T10:59:11.812" v="1596" actId="20577"/>
          <ac:spMkLst>
            <pc:docMk/>
            <pc:sldMk cId="328068902" sldId="266"/>
            <ac:spMk id="2" creationId="{A391B64D-02D6-748F-D1E9-59717378AB74}"/>
          </ac:spMkLst>
        </pc:spChg>
        <pc:spChg chg="add mod">
          <ac:chgData name="Divya Rithanya Sivakumar" userId="8c56ccde6f2dff38" providerId="LiveId" clId="{0E4D2FC1-911E-43A4-B169-25DAC8994077}" dt="2025-04-19T13:58:20.470" v="3454" actId="20577"/>
          <ac:spMkLst>
            <pc:docMk/>
            <pc:sldMk cId="328068902" sldId="266"/>
            <ac:spMk id="3" creationId="{BBF25ABD-F5C1-7CC8-E6F2-8502945FF24D}"/>
          </ac:spMkLst>
        </pc:spChg>
        <pc:spChg chg="add mod">
          <ac:chgData name="Divya Rithanya Sivakumar" userId="8c56ccde6f2dff38" providerId="LiveId" clId="{0E4D2FC1-911E-43A4-B169-25DAC8994077}" dt="2025-04-19T13:06:27.281" v="2580" actId="14100"/>
          <ac:spMkLst>
            <pc:docMk/>
            <pc:sldMk cId="328068902" sldId="266"/>
            <ac:spMk id="7" creationId="{91F1D10A-B669-F581-7AD7-15AA1EA0C7B0}"/>
          </ac:spMkLst>
        </pc:spChg>
        <pc:graphicFrameChg chg="add mod modGraphic">
          <ac:chgData name="Divya Rithanya Sivakumar" userId="8c56ccde6f2dff38" providerId="LiveId" clId="{0E4D2FC1-911E-43A4-B169-25DAC8994077}" dt="2025-04-19T13:07:07.018" v="2587"/>
          <ac:graphicFrameMkLst>
            <pc:docMk/>
            <pc:sldMk cId="328068902" sldId="266"/>
            <ac:graphicFrameMk id="6" creationId="{EE3861D2-8FFE-7ADB-493B-6B658943E204}"/>
          </ac:graphicFrameMkLst>
        </pc:graphicFrameChg>
      </pc:sldChg>
      <pc:sldChg chg="new del">
        <pc:chgData name="Divya Rithanya Sivakumar" userId="8c56ccde6f2dff38" providerId="LiveId" clId="{0E4D2FC1-911E-43A4-B169-25DAC8994077}" dt="2025-04-19T10:14:29.637" v="1510" actId="680"/>
        <pc:sldMkLst>
          <pc:docMk/>
          <pc:sldMk cId="1875266342" sldId="266"/>
        </pc:sldMkLst>
      </pc:sldChg>
      <pc:sldChg chg="addSp modSp new mod">
        <pc:chgData name="Divya Rithanya Sivakumar" userId="8c56ccde6f2dff38" providerId="LiveId" clId="{0E4D2FC1-911E-43A4-B169-25DAC8994077}" dt="2025-04-19T13:58:27.569" v="3458" actId="20577"/>
        <pc:sldMkLst>
          <pc:docMk/>
          <pc:sldMk cId="739109634" sldId="267"/>
        </pc:sldMkLst>
        <pc:spChg chg="add mod">
          <ac:chgData name="Divya Rithanya Sivakumar" userId="8c56ccde6f2dff38" providerId="LiveId" clId="{0E4D2FC1-911E-43A4-B169-25DAC8994077}" dt="2025-04-19T10:59:34.058" v="1625" actId="14100"/>
          <ac:spMkLst>
            <pc:docMk/>
            <pc:sldMk cId="739109634" sldId="267"/>
            <ac:spMk id="2" creationId="{5D862F9D-7227-4F4B-646C-5C575795E617}"/>
          </ac:spMkLst>
        </pc:spChg>
        <pc:spChg chg="add mod">
          <ac:chgData name="Divya Rithanya Sivakumar" userId="8c56ccde6f2dff38" providerId="LiveId" clId="{0E4D2FC1-911E-43A4-B169-25DAC8994077}" dt="2025-04-19T11:28:03.370" v="1776" actId="1076"/>
          <ac:spMkLst>
            <pc:docMk/>
            <pc:sldMk cId="739109634" sldId="267"/>
            <ac:spMk id="3" creationId="{8A667F72-2E75-D909-D2BA-EEF3E88C2799}"/>
          </ac:spMkLst>
        </pc:spChg>
        <pc:spChg chg="add mod">
          <ac:chgData name="Divya Rithanya Sivakumar" userId="8c56ccde6f2dff38" providerId="LiveId" clId="{0E4D2FC1-911E-43A4-B169-25DAC8994077}" dt="2025-04-19T13:58:27.569" v="3458" actId="20577"/>
          <ac:spMkLst>
            <pc:docMk/>
            <pc:sldMk cId="739109634" sldId="267"/>
            <ac:spMk id="4" creationId="{F89BE085-C998-5440-3C6F-A74C6998B6C2}"/>
          </ac:spMkLst>
        </pc:spChg>
      </pc:sldChg>
      <pc:sldChg chg="addSp modSp new mod">
        <pc:chgData name="Divya Rithanya Sivakumar" userId="8c56ccde6f2dff38" providerId="LiveId" clId="{0E4D2FC1-911E-43A4-B169-25DAC8994077}" dt="2025-04-19T13:57:30.002" v="3426" actId="20577"/>
        <pc:sldMkLst>
          <pc:docMk/>
          <pc:sldMk cId="180571258" sldId="268"/>
        </pc:sldMkLst>
        <pc:spChg chg="add mod">
          <ac:chgData name="Divya Rithanya Sivakumar" userId="8c56ccde6f2dff38" providerId="LiveId" clId="{0E4D2FC1-911E-43A4-B169-25DAC8994077}" dt="2025-04-19T13:57:30.002" v="3426" actId="20577"/>
          <ac:spMkLst>
            <pc:docMk/>
            <pc:sldMk cId="180571258" sldId="268"/>
            <ac:spMk id="5" creationId="{C5D75030-3397-FB84-3269-08FF0F76647E}"/>
          </ac:spMkLst>
        </pc:spChg>
        <pc:picChg chg="add mod">
          <ac:chgData name="Divya Rithanya Sivakumar" userId="8c56ccde6f2dff38" providerId="LiveId" clId="{0E4D2FC1-911E-43A4-B169-25DAC8994077}" dt="2025-04-19T10:35:44.701" v="1558" actId="1076"/>
          <ac:picMkLst>
            <pc:docMk/>
            <pc:sldMk cId="180571258" sldId="268"/>
            <ac:picMk id="2" creationId="{B1549FF1-0123-C919-85F0-7F66398098A2}"/>
          </ac:picMkLst>
        </pc:picChg>
        <pc:picChg chg="add mod">
          <ac:chgData name="Divya Rithanya Sivakumar" userId="8c56ccde6f2dff38" providerId="LiveId" clId="{0E4D2FC1-911E-43A4-B169-25DAC8994077}" dt="2025-04-19T10:36:32.033" v="1563" actId="14100"/>
          <ac:picMkLst>
            <pc:docMk/>
            <pc:sldMk cId="180571258" sldId="268"/>
            <ac:picMk id="4" creationId="{426F5F9A-0855-84F7-8EFD-920FA5B4B4E2}"/>
          </ac:picMkLst>
        </pc:picChg>
      </pc:sldChg>
      <pc:sldChg chg="addSp modSp new mod">
        <pc:chgData name="Divya Rithanya Sivakumar" userId="8c56ccde6f2dff38" providerId="LiveId" clId="{0E4D2FC1-911E-43A4-B169-25DAC8994077}" dt="2025-04-19T13:57:34.587" v="3430" actId="20577"/>
        <pc:sldMkLst>
          <pc:docMk/>
          <pc:sldMk cId="2274000444" sldId="269"/>
        </pc:sldMkLst>
        <pc:spChg chg="add mod">
          <ac:chgData name="Divya Rithanya Sivakumar" userId="8c56ccde6f2dff38" providerId="LiveId" clId="{0E4D2FC1-911E-43A4-B169-25DAC8994077}" dt="2025-04-19T13:57:34.587" v="3430" actId="20577"/>
          <ac:spMkLst>
            <pc:docMk/>
            <pc:sldMk cId="2274000444" sldId="269"/>
            <ac:spMk id="2" creationId="{42C71BBB-915A-22A0-DE9A-52AF059E4ACE}"/>
          </ac:spMkLst>
        </pc:spChg>
        <pc:picChg chg="add mod">
          <ac:chgData name="Divya Rithanya Sivakumar" userId="8c56ccde6f2dff38" providerId="LiveId" clId="{0E4D2FC1-911E-43A4-B169-25DAC8994077}" dt="2025-04-19T10:37:52.982" v="1572" actId="1076"/>
          <ac:picMkLst>
            <pc:docMk/>
            <pc:sldMk cId="2274000444" sldId="269"/>
            <ac:picMk id="1026" creationId="{89414523-02FA-4B31-016B-7D5E2B5F77A2}"/>
          </ac:picMkLst>
        </pc:picChg>
      </pc:sldChg>
      <pc:sldChg chg="addSp modSp new mod">
        <pc:chgData name="Divya Rithanya Sivakumar" userId="8c56ccde6f2dff38" providerId="LiveId" clId="{0E4D2FC1-911E-43A4-B169-25DAC8994077}" dt="2025-04-19T13:58:33.102" v="3460" actId="20577"/>
        <pc:sldMkLst>
          <pc:docMk/>
          <pc:sldMk cId="4099290074" sldId="270"/>
        </pc:sldMkLst>
        <pc:spChg chg="add mod">
          <ac:chgData name="Divya Rithanya Sivakumar" userId="8c56ccde6f2dff38" providerId="LiveId" clId="{0E4D2FC1-911E-43A4-B169-25DAC8994077}" dt="2025-04-19T11:02:14.984" v="1653" actId="20577"/>
          <ac:spMkLst>
            <pc:docMk/>
            <pc:sldMk cId="4099290074" sldId="270"/>
            <ac:spMk id="2" creationId="{AD091F3E-4881-FDC1-0140-F2A173B9737A}"/>
          </ac:spMkLst>
        </pc:spChg>
        <pc:spChg chg="add mod">
          <ac:chgData name="Divya Rithanya Sivakumar" userId="8c56ccde6f2dff38" providerId="LiveId" clId="{0E4D2FC1-911E-43A4-B169-25DAC8994077}" dt="2025-04-19T11:28:49.340" v="1781" actId="14100"/>
          <ac:spMkLst>
            <pc:docMk/>
            <pc:sldMk cId="4099290074" sldId="270"/>
            <ac:spMk id="3" creationId="{2FC4ED44-8138-DA09-C284-F46ABA5D8AE8}"/>
          </ac:spMkLst>
        </pc:spChg>
        <pc:spChg chg="add mod">
          <ac:chgData name="Divya Rithanya Sivakumar" userId="8c56ccde6f2dff38" providerId="LiveId" clId="{0E4D2FC1-911E-43A4-B169-25DAC8994077}" dt="2025-04-19T13:58:33.102" v="3460" actId="20577"/>
          <ac:spMkLst>
            <pc:docMk/>
            <pc:sldMk cId="4099290074" sldId="270"/>
            <ac:spMk id="4" creationId="{68C82845-70CE-119A-335B-7F930E0B6B6F}"/>
          </ac:spMkLst>
        </pc:spChg>
      </pc:sldChg>
      <pc:sldChg chg="addSp modSp new mod">
        <pc:chgData name="Divya Rithanya Sivakumar" userId="8c56ccde6f2dff38" providerId="LiveId" clId="{0E4D2FC1-911E-43A4-B169-25DAC8994077}" dt="2025-04-19T13:57:00.452" v="3412" actId="20577"/>
        <pc:sldMkLst>
          <pc:docMk/>
          <pc:sldMk cId="4183888542" sldId="271"/>
        </pc:sldMkLst>
        <pc:spChg chg="add mod">
          <ac:chgData name="Divya Rithanya Sivakumar" userId="8c56ccde6f2dff38" providerId="LiveId" clId="{0E4D2FC1-911E-43A4-B169-25DAC8994077}" dt="2025-04-19T13:57:00.452" v="3412" actId="20577"/>
          <ac:spMkLst>
            <pc:docMk/>
            <pc:sldMk cId="4183888542" sldId="271"/>
            <ac:spMk id="4" creationId="{75709456-A853-294D-04E5-C166496E3B4E}"/>
          </ac:spMkLst>
        </pc:spChg>
        <pc:picChg chg="add mod">
          <ac:chgData name="Divya Rithanya Sivakumar" userId="8c56ccde6f2dff38" providerId="LiveId" clId="{0E4D2FC1-911E-43A4-B169-25DAC8994077}" dt="2025-04-19T11:15:49.576" v="1723" actId="1076"/>
          <ac:picMkLst>
            <pc:docMk/>
            <pc:sldMk cId="4183888542" sldId="271"/>
            <ac:picMk id="3" creationId="{FC91E8C3-7727-784C-DD4B-0C6B1D3D7CBF}"/>
          </ac:picMkLst>
        </pc:picChg>
        <pc:picChg chg="add mod">
          <ac:chgData name="Divya Rithanya Sivakumar" userId="8c56ccde6f2dff38" providerId="LiveId" clId="{0E4D2FC1-911E-43A4-B169-25DAC8994077}" dt="2025-04-19T11:42:45.497" v="1987" actId="1035"/>
          <ac:picMkLst>
            <pc:docMk/>
            <pc:sldMk cId="4183888542" sldId="271"/>
            <ac:picMk id="2050" creationId="{881F2D88-993F-6DD0-8561-229A54E79C4B}"/>
          </ac:picMkLst>
        </pc:picChg>
      </pc:sldChg>
      <pc:sldChg chg="addSp delSp modSp new mod">
        <pc:chgData name="Divya Rithanya Sivakumar" userId="8c56ccde6f2dff38" providerId="LiveId" clId="{0E4D2FC1-911E-43A4-B169-25DAC8994077}" dt="2025-04-19T13:57:05.301" v="3414" actId="20577"/>
        <pc:sldMkLst>
          <pc:docMk/>
          <pc:sldMk cId="1097748260" sldId="272"/>
        </pc:sldMkLst>
        <pc:spChg chg="add del mod">
          <ac:chgData name="Divya Rithanya Sivakumar" userId="8c56ccde6f2dff38" providerId="LiveId" clId="{0E4D2FC1-911E-43A4-B169-25DAC8994077}" dt="2025-04-19T13:57:05.301" v="3414" actId="20577"/>
          <ac:spMkLst>
            <pc:docMk/>
            <pc:sldMk cId="1097748260" sldId="272"/>
            <ac:spMk id="2" creationId="{68A10705-F046-15DB-9BDA-E93DD013C253}"/>
          </ac:spMkLst>
        </pc:spChg>
        <pc:picChg chg="add mod">
          <ac:chgData name="Divya Rithanya Sivakumar" userId="8c56ccde6f2dff38" providerId="LiveId" clId="{0E4D2FC1-911E-43A4-B169-25DAC8994077}" dt="2025-04-19T11:16:32.481" v="1730" actId="1076"/>
          <ac:picMkLst>
            <pc:docMk/>
            <pc:sldMk cId="1097748260" sldId="272"/>
            <ac:picMk id="3074" creationId="{E857D30C-0441-3908-3487-FE8AC54B1931}"/>
          </ac:picMkLst>
        </pc:picChg>
      </pc:sldChg>
      <pc:sldChg chg="addSp modSp new mod ord">
        <pc:chgData name="Divya Rithanya Sivakumar" userId="8c56ccde6f2dff38" providerId="LiveId" clId="{0E4D2FC1-911E-43A4-B169-25DAC8994077}" dt="2025-04-19T13:58:07.678" v="3446" actId="20577"/>
        <pc:sldMkLst>
          <pc:docMk/>
          <pc:sldMk cId="2884811954" sldId="273"/>
        </pc:sldMkLst>
        <pc:spChg chg="add mod">
          <ac:chgData name="Divya Rithanya Sivakumar" userId="8c56ccde6f2dff38" providerId="LiveId" clId="{0E4D2FC1-911E-43A4-B169-25DAC8994077}" dt="2025-04-19T13:58:07.678" v="3446" actId="20577"/>
          <ac:spMkLst>
            <pc:docMk/>
            <pc:sldMk cId="2884811954" sldId="273"/>
            <ac:spMk id="6" creationId="{427DC28D-0B1A-0A78-8B8A-A37DF142E51D}"/>
          </ac:spMkLst>
        </pc:spChg>
        <pc:picChg chg="add mod">
          <ac:chgData name="Divya Rithanya Sivakumar" userId="8c56ccde6f2dff38" providerId="LiveId" clId="{0E4D2FC1-911E-43A4-B169-25DAC8994077}" dt="2025-04-19T11:24:31.010" v="1767" actId="1076"/>
          <ac:picMkLst>
            <pc:docMk/>
            <pc:sldMk cId="2884811954" sldId="273"/>
            <ac:picMk id="3" creationId="{633B1F45-14DF-705C-ED87-26372D1D58FD}"/>
          </ac:picMkLst>
        </pc:picChg>
        <pc:picChg chg="add mod">
          <ac:chgData name="Divya Rithanya Sivakumar" userId="8c56ccde6f2dff38" providerId="LiveId" clId="{0E4D2FC1-911E-43A4-B169-25DAC8994077}" dt="2025-04-19T11:25:10.696" v="1772" actId="14100"/>
          <ac:picMkLst>
            <pc:docMk/>
            <pc:sldMk cId="2884811954" sldId="273"/>
            <ac:picMk id="5" creationId="{8C4FBAF3-4D5C-56B0-CFCC-11E5E01F25E9}"/>
          </ac:picMkLst>
        </pc:picChg>
      </pc:sldChg>
      <pc:sldChg chg="addSp modSp new mod">
        <pc:chgData name="Divya Rithanya Sivakumar" userId="8c56ccde6f2dff38" providerId="LiveId" clId="{0E4D2FC1-911E-43A4-B169-25DAC8994077}" dt="2025-04-19T13:58:14.635" v="3450" actId="20577"/>
        <pc:sldMkLst>
          <pc:docMk/>
          <pc:sldMk cId="1895490194" sldId="274"/>
        </pc:sldMkLst>
        <pc:spChg chg="add mod">
          <ac:chgData name="Divya Rithanya Sivakumar" userId="8c56ccde6f2dff38" providerId="LiveId" clId="{0E4D2FC1-911E-43A4-B169-25DAC8994077}" dt="2025-04-19T13:58:14.635" v="3450" actId="20577"/>
          <ac:spMkLst>
            <pc:docMk/>
            <pc:sldMk cId="1895490194" sldId="274"/>
            <ac:spMk id="2" creationId="{6A5958D7-27B2-0C96-0A89-1E6E4008C530}"/>
          </ac:spMkLst>
        </pc:spChg>
        <pc:picChg chg="add">
          <ac:chgData name="Divya Rithanya Sivakumar" userId="8c56ccde6f2dff38" providerId="LiveId" clId="{0E4D2FC1-911E-43A4-B169-25DAC8994077}" dt="2025-04-19T11:27:37.447" v="1774"/>
          <ac:picMkLst>
            <pc:docMk/>
            <pc:sldMk cId="1895490194" sldId="274"/>
            <ac:picMk id="4098" creationId="{DDA6F63C-EA20-96C6-8E7C-CB718004E772}"/>
          </ac:picMkLst>
        </pc:picChg>
      </pc:sldChg>
      <pc:sldChg chg="addSp modSp new mod">
        <pc:chgData name="Divya Rithanya Sivakumar" userId="8c56ccde6f2dff38" providerId="LiveId" clId="{0E4D2FC1-911E-43A4-B169-25DAC8994077}" dt="2025-04-19T13:56:22.875" v="3394" actId="20577"/>
        <pc:sldMkLst>
          <pc:docMk/>
          <pc:sldMk cId="2561469185" sldId="275"/>
        </pc:sldMkLst>
        <pc:spChg chg="add mod">
          <ac:chgData name="Divya Rithanya Sivakumar" userId="8c56ccde6f2dff38" providerId="LiveId" clId="{0E4D2FC1-911E-43A4-B169-25DAC8994077}" dt="2025-04-19T13:56:22.875" v="3394" actId="20577"/>
          <ac:spMkLst>
            <pc:docMk/>
            <pc:sldMk cId="2561469185" sldId="275"/>
            <ac:spMk id="2" creationId="{4959A88E-4EE6-63AD-FDEF-DB414ECAB25D}"/>
          </ac:spMkLst>
        </pc:spChg>
        <pc:picChg chg="add mod">
          <ac:chgData name="Divya Rithanya Sivakumar" userId="8c56ccde6f2dff38" providerId="LiveId" clId="{0E4D2FC1-911E-43A4-B169-25DAC8994077}" dt="2025-04-19T12:37:39.419" v="2287" actId="14100"/>
          <ac:picMkLst>
            <pc:docMk/>
            <pc:sldMk cId="2561469185" sldId="275"/>
            <ac:picMk id="4" creationId="{8225926B-9F30-4457-D6D8-D5C5E77781C6}"/>
          </ac:picMkLst>
        </pc:picChg>
        <pc:picChg chg="add mod">
          <ac:chgData name="Divya Rithanya Sivakumar" userId="8c56ccde6f2dff38" providerId="LiveId" clId="{0E4D2FC1-911E-43A4-B169-25DAC8994077}" dt="2025-04-19T12:37:32.884" v="2285" actId="14100"/>
          <ac:picMkLst>
            <pc:docMk/>
            <pc:sldMk cId="2561469185" sldId="275"/>
            <ac:picMk id="6" creationId="{5B04E35C-7792-151B-F200-C5998525A55B}"/>
          </ac:picMkLst>
        </pc:picChg>
      </pc:sldChg>
      <pc:sldChg chg="addSp modSp new mod">
        <pc:chgData name="Divya Rithanya Sivakumar" userId="8c56ccde6f2dff38" providerId="LiveId" clId="{0E4D2FC1-911E-43A4-B169-25DAC8994077}" dt="2025-04-19T13:56:28.295" v="3397" actId="20577"/>
        <pc:sldMkLst>
          <pc:docMk/>
          <pc:sldMk cId="1396274769" sldId="276"/>
        </pc:sldMkLst>
        <pc:spChg chg="add mod">
          <ac:chgData name="Divya Rithanya Sivakumar" userId="8c56ccde6f2dff38" providerId="LiveId" clId="{0E4D2FC1-911E-43A4-B169-25DAC8994077}" dt="2025-04-19T13:56:28.295" v="3397" actId="20577"/>
          <ac:spMkLst>
            <pc:docMk/>
            <pc:sldMk cId="1396274769" sldId="276"/>
            <ac:spMk id="2" creationId="{02A45FAB-0AE3-49F0-393D-C53F48D751B8}"/>
          </ac:spMkLst>
        </pc:spChg>
        <pc:picChg chg="add mod">
          <ac:chgData name="Divya Rithanya Sivakumar" userId="8c56ccde6f2dff38" providerId="LiveId" clId="{0E4D2FC1-911E-43A4-B169-25DAC8994077}" dt="2025-04-19T12:33:57.436" v="2251"/>
          <ac:picMkLst>
            <pc:docMk/>
            <pc:sldMk cId="1396274769" sldId="276"/>
            <ac:picMk id="4" creationId="{9BF1D588-FAB3-5188-6C88-43AD2CCA0ED9}"/>
          </ac:picMkLst>
        </pc:picChg>
      </pc:sldChg>
      <pc:sldChg chg="addSp modSp new mod">
        <pc:chgData name="Divya Rithanya Sivakumar" userId="8c56ccde6f2dff38" providerId="LiveId" clId="{0E4D2FC1-911E-43A4-B169-25DAC8994077}" dt="2025-04-19T13:56:00.221" v="3387" actId="20577"/>
        <pc:sldMkLst>
          <pc:docMk/>
          <pc:sldMk cId="2695774805" sldId="277"/>
        </pc:sldMkLst>
        <pc:spChg chg="add mod">
          <ac:chgData name="Divya Rithanya Sivakumar" userId="8c56ccde6f2dff38" providerId="LiveId" clId="{0E4D2FC1-911E-43A4-B169-25DAC8994077}" dt="2025-04-19T13:13:47.217" v="2594"/>
          <ac:spMkLst>
            <pc:docMk/>
            <pc:sldMk cId="2695774805" sldId="277"/>
            <ac:spMk id="2" creationId="{06C58539-96B7-BBDC-648B-B904FBF316DE}"/>
          </ac:spMkLst>
        </pc:spChg>
        <pc:spChg chg="add mod">
          <ac:chgData name="Divya Rithanya Sivakumar" userId="8c56ccde6f2dff38" providerId="LiveId" clId="{0E4D2FC1-911E-43A4-B169-25DAC8994077}" dt="2025-04-19T13:13:59.963" v="2596" actId="1076"/>
          <ac:spMkLst>
            <pc:docMk/>
            <pc:sldMk cId="2695774805" sldId="277"/>
            <ac:spMk id="3" creationId="{E82434FB-1332-DE06-9F75-F2165E63ED13}"/>
          </ac:spMkLst>
        </pc:spChg>
        <pc:spChg chg="add mod">
          <ac:chgData name="Divya Rithanya Sivakumar" userId="8c56ccde6f2dff38" providerId="LiveId" clId="{0E4D2FC1-911E-43A4-B169-25DAC8994077}" dt="2025-04-19T13:52:37.813" v="3309" actId="5793"/>
          <ac:spMkLst>
            <pc:docMk/>
            <pc:sldMk cId="2695774805" sldId="277"/>
            <ac:spMk id="5" creationId="{AC9F79A5-034C-8938-BEC9-077963A7E949}"/>
          </ac:spMkLst>
        </pc:spChg>
        <pc:spChg chg="add mod">
          <ac:chgData name="Divya Rithanya Sivakumar" userId="8c56ccde6f2dff38" providerId="LiveId" clId="{0E4D2FC1-911E-43A4-B169-25DAC8994077}" dt="2025-04-19T13:56:00.221" v="3387" actId="20577"/>
          <ac:spMkLst>
            <pc:docMk/>
            <pc:sldMk cId="2695774805" sldId="277"/>
            <ac:spMk id="7" creationId="{42F993CB-4279-8403-FF61-8682A5FDF1D2}"/>
          </ac:spMkLst>
        </pc:spChg>
      </pc:sldChg>
      <pc:sldChg chg="addSp modSp new mod">
        <pc:chgData name="Divya Rithanya Sivakumar" userId="8c56ccde6f2dff38" providerId="LiveId" clId="{0E4D2FC1-911E-43A4-B169-25DAC8994077}" dt="2025-04-20T17:02:02.968" v="3756" actId="20577"/>
        <pc:sldMkLst>
          <pc:docMk/>
          <pc:sldMk cId="3301437853" sldId="278"/>
        </pc:sldMkLst>
        <pc:spChg chg="add mod">
          <ac:chgData name="Divya Rithanya Sivakumar" userId="8c56ccde6f2dff38" providerId="LiveId" clId="{0E4D2FC1-911E-43A4-B169-25DAC8994077}" dt="2025-04-19T13:16:40.035" v="2826"/>
          <ac:spMkLst>
            <pc:docMk/>
            <pc:sldMk cId="3301437853" sldId="278"/>
            <ac:spMk id="2" creationId="{9076DCE1-F97F-A5A8-B71C-2DCEF1CC267F}"/>
          </ac:spMkLst>
        </pc:spChg>
        <pc:spChg chg="add mod">
          <ac:chgData name="Divya Rithanya Sivakumar" userId="8c56ccde6f2dff38" providerId="LiveId" clId="{0E4D2FC1-911E-43A4-B169-25DAC8994077}" dt="2025-04-19T13:56:35.827" v="3401" actId="20577"/>
          <ac:spMkLst>
            <pc:docMk/>
            <pc:sldMk cId="3301437853" sldId="278"/>
            <ac:spMk id="3" creationId="{18A928B9-85D7-102F-541B-E4D61004433A}"/>
          </ac:spMkLst>
        </pc:spChg>
        <pc:spChg chg="add mod">
          <ac:chgData name="Divya Rithanya Sivakumar" userId="8c56ccde6f2dff38" providerId="LiveId" clId="{0E4D2FC1-911E-43A4-B169-25DAC8994077}" dt="2025-04-20T17:02:02.968" v="3756" actId="20577"/>
          <ac:spMkLst>
            <pc:docMk/>
            <pc:sldMk cId="3301437853" sldId="278"/>
            <ac:spMk id="4" creationId="{2D0B80B0-6196-811F-C840-789EB1BD8A14}"/>
          </ac:spMkLst>
        </pc:spChg>
      </pc:sldChg>
      <pc:sldChg chg="addSp modSp new mod">
        <pc:chgData name="Divya Rithanya Sivakumar" userId="8c56ccde6f2dff38" providerId="LiveId" clId="{0E4D2FC1-911E-43A4-B169-25DAC8994077}" dt="2025-04-20T17:02:31.698" v="3762" actId="20577"/>
        <pc:sldMkLst>
          <pc:docMk/>
          <pc:sldMk cId="3489805716" sldId="279"/>
        </pc:sldMkLst>
        <pc:spChg chg="add mod">
          <ac:chgData name="Divya Rithanya Sivakumar" userId="8c56ccde6f2dff38" providerId="LiveId" clId="{0E4D2FC1-911E-43A4-B169-25DAC8994077}" dt="2025-04-19T13:18:12.989" v="2829" actId="1076"/>
          <ac:spMkLst>
            <pc:docMk/>
            <pc:sldMk cId="3489805716" sldId="279"/>
            <ac:spMk id="2" creationId="{F92747AB-F275-18C3-6630-B1EEC7B5A980}"/>
          </ac:spMkLst>
        </pc:spChg>
        <pc:spChg chg="add mod">
          <ac:chgData name="Divya Rithanya Sivakumar" userId="8c56ccde6f2dff38" providerId="LiveId" clId="{0E4D2FC1-911E-43A4-B169-25DAC8994077}" dt="2025-04-20T17:02:31.698" v="3762" actId="20577"/>
          <ac:spMkLst>
            <pc:docMk/>
            <pc:sldMk cId="3489805716" sldId="279"/>
            <ac:spMk id="4" creationId="{3E95B979-4F30-E5C2-3154-5F378960446B}"/>
          </ac:spMkLst>
        </pc:spChg>
        <pc:spChg chg="add mod">
          <ac:chgData name="Divya Rithanya Sivakumar" userId="8c56ccde6f2dff38" providerId="LiveId" clId="{0E4D2FC1-911E-43A4-B169-25DAC8994077}" dt="2025-04-19T13:57:11.127" v="3418" actId="20577"/>
          <ac:spMkLst>
            <pc:docMk/>
            <pc:sldMk cId="3489805716" sldId="279"/>
            <ac:spMk id="6" creationId="{942A6D3B-EC67-43D9-9ED7-A621053B2F3E}"/>
          </ac:spMkLst>
        </pc:spChg>
      </pc:sldChg>
      <pc:sldChg chg="addSp delSp modSp new mod">
        <pc:chgData name="Divya Rithanya Sivakumar" userId="8c56ccde6f2dff38" providerId="LiveId" clId="{0E4D2FC1-911E-43A4-B169-25DAC8994077}" dt="2025-04-19T13:57:41.756" v="3434" actId="20577"/>
        <pc:sldMkLst>
          <pc:docMk/>
          <pc:sldMk cId="3215980639" sldId="280"/>
        </pc:sldMkLst>
        <pc:spChg chg="add mod">
          <ac:chgData name="Divya Rithanya Sivakumar" userId="8c56ccde6f2dff38" providerId="LiveId" clId="{0E4D2FC1-911E-43A4-B169-25DAC8994077}" dt="2025-04-19T13:18:43.891" v="2838" actId="20577"/>
          <ac:spMkLst>
            <pc:docMk/>
            <pc:sldMk cId="3215980639" sldId="280"/>
            <ac:spMk id="4" creationId="{CF6670C4-9287-35BD-ED42-57FB85F2AA75}"/>
          </ac:spMkLst>
        </pc:spChg>
        <pc:spChg chg="add mod">
          <ac:chgData name="Divya Rithanya Sivakumar" userId="8c56ccde6f2dff38" providerId="LiveId" clId="{0E4D2FC1-911E-43A4-B169-25DAC8994077}" dt="2025-04-19T13:23:34.971" v="2966" actId="5793"/>
          <ac:spMkLst>
            <pc:docMk/>
            <pc:sldMk cId="3215980639" sldId="280"/>
            <ac:spMk id="6" creationId="{D83CCC58-6976-1E07-C0C8-4C800FC6A76A}"/>
          </ac:spMkLst>
        </pc:spChg>
        <pc:spChg chg="add mod">
          <ac:chgData name="Divya Rithanya Sivakumar" userId="8c56ccde6f2dff38" providerId="LiveId" clId="{0E4D2FC1-911E-43A4-B169-25DAC8994077}" dt="2025-04-19T13:57:41.756" v="3434" actId="20577"/>
          <ac:spMkLst>
            <pc:docMk/>
            <pc:sldMk cId="3215980639" sldId="280"/>
            <ac:spMk id="7" creationId="{6079E533-11CC-E717-14E7-50D5B156F9D8}"/>
          </ac:spMkLst>
        </pc:spChg>
      </pc:sldChg>
      <pc:sldChg chg="addSp modSp new mod">
        <pc:chgData name="Divya Rithanya Sivakumar" userId="8c56ccde6f2dff38" providerId="LiveId" clId="{0E4D2FC1-911E-43A4-B169-25DAC8994077}" dt="2025-04-19T13:57:52.737" v="3438" actId="6549"/>
        <pc:sldMkLst>
          <pc:docMk/>
          <pc:sldMk cId="453822022" sldId="281"/>
        </pc:sldMkLst>
        <pc:spChg chg="add mod">
          <ac:chgData name="Divya Rithanya Sivakumar" userId="8c56ccde6f2dff38" providerId="LiveId" clId="{0E4D2FC1-911E-43A4-B169-25DAC8994077}" dt="2025-04-19T13:26:10.006" v="2999" actId="1076"/>
          <ac:spMkLst>
            <pc:docMk/>
            <pc:sldMk cId="453822022" sldId="281"/>
            <ac:spMk id="3" creationId="{18333909-326D-6F4E-F15E-A1C7BFA8034B}"/>
          </ac:spMkLst>
        </pc:spChg>
        <pc:spChg chg="add mod">
          <ac:chgData name="Divya Rithanya Sivakumar" userId="8c56ccde6f2dff38" providerId="LiveId" clId="{0E4D2FC1-911E-43A4-B169-25DAC8994077}" dt="2025-04-19T13:57:52.737" v="3438" actId="6549"/>
          <ac:spMkLst>
            <pc:docMk/>
            <pc:sldMk cId="453822022" sldId="281"/>
            <ac:spMk id="4" creationId="{F531F773-6627-6E35-46D3-B0CAB845FA78}"/>
          </ac:spMkLst>
        </pc:spChg>
      </pc:sldChg>
      <pc:sldChg chg="addSp modSp new mod">
        <pc:chgData name="Divya Rithanya Sivakumar" userId="8c56ccde6f2dff38" providerId="LiveId" clId="{0E4D2FC1-911E-43A4-B169-25DAC8994077}" dt="2025-04-20T18:44:26.093" v="3797" actId="20577"/>
        <pc:sldMkLst>
          <pc:docMk/>
          <pc:sldMk cId="1292312920" sldId="282"/>
        </pc:sldMkLst>
        <pc:spChg chg="add mod">
          <ac:chgData name="Divya Rithanya Sivakumar" userId="8c56ccde6f2dff38" providerId="LiveId" clId="{0E4D2FC1-911E-43A4-B169-25DAC8994077}" dt="2025-04-20T18:44:26.093" v="3797" actId="20577"/>
          <ac:spMkLst>
            <pc:docMk/>
            <pc:sldMk cId="1292312920" sldId="282"/>
            <ac:spMk id="3" creationId="{96450F02-5754-4044-E364-29951C6FA4E8}"/>
          </ac:spMkLst>
        </pc:spChg>
        <pc:spChg chg="add mod">
          <ac:chgData name="Divya Rithanya Sivakumar" userId="8c56ccde6f2dff38" providerId="LiveId" clId="{0E4D2FC1-911E-43A4-B169-25DAC8994077}" dt="2025-04-19T13:57:18.976" v="3422" actId="20577"/>
          <ac:spMkLst>
            <pc:docMk/>
            <pc:sldMk cId="1292312920" sldId="282"/>
            <ac:spMk id="4" creationId="{F4040A1E-09AF-140B-332A-4C772B4FEBFA}"/>
          </ac:spMkLst>
        </pc:spChg>
      </pc:sldChg>
      <pc:sldChg chg="addSp modSp new mod">
        <pc:chgData name="Divya Rithanya Sivakumar" userId="8c56ccde6f2dff38" providerId="LiveId" clId="{0E4D2FC1-911E-43A4-B169-25DAC8994077}" dt="2025-04-20T18:43:22.319" v="3790" actId="20577"/>
        <pc:sldMkLst>
          <pc:docMk/>
          <pc:sldMk cId="2347648473" sldId="283"/>
        </pc:sldMkLst>
        <pc:spChg chg="add mod">
          <ac:chgData name="Divya Rithanya Sivakumar" userId="8c56ccde6f2dff38" providerId="LiveId" clId="{0E4D2FC1-911E-43A4-B169-25DAC8994077}" dt="2025-04-20T18:43:22.319" v="3790" actId="20577"/>
          <ac:spMkLst>
            <pc:docMk/>
            <pc:sldMk cId="2347648473" sldId="283"/>
            <ac:spMk id="3" creationId="{C04DB6B9-6F43-11E9-087C-2F0EC54B1DB9}"/>
          </ac:spMkLst>
        </pc:spChg>
        <pc:spChg chg="add mod">
          <ac:chgData name="Divya Rithanya Sivakumar" userId="8c56ccde6f2dff38" providerId="LiveId" clId="{0E4D2FC1-911E-43A4-B169-25DAC8994077}" dt="2025-04-19T13:56:10.225" v="3390" actId="20577"/>
          <ac:spMkLst>
            <pc:docMk/>
            <pc:sldMk cId="2347648473" sldId="283"/>
            <ac:spMk id="4" creationId="{9C999530-4391-28E7-7CBB-B4B2C0971119}"/>
          </ac:spMkLst>
        </pc:spChg>
      </pc:sldChg>
      <pc:sldChg chg="addSp modSp new mod">
        <pc:chgData name="Divya Rithanya Sivakumar" userId="8c56ccde6f2dff38" providerId="LiveId" clId="{0E4D2FC1-911E-43A4-B169-25DAC8994077}" dt="2025-04-19T16:17:04.669" v="3667" actId="14100"/>
        <pc:sldMkLst>
          <pc:docMk/>
          <pc:sldMk cId="4187889666" sldId="284"/>
        </pc:sldMkLst>
        <pc:spChg chg="add mod">
          <ac:chgData name="Divya Rithanya Sivakumar" userId="8c56ccde6f2dff38" providerId="LiveId" clId="{0E4D2FC1-911E-43A4-B169-25DAC8994077}" dt="2025-04-19T13:56:42.589" v="3405" actId="20577"/>
          <ac:spMkLst>
            <pc:docMk/>
            <pc:sldMk cId="4187889666" sldId="284"/>
            <ac:spMk id="2" creationId="{D17774B5-CEA0-D7DE-866A-6D21E2973CEA}"/>
          </ac:spMkLst>
        </pc:spChg>
        <pc:spChg chg="add mod">
          <ac:chgData name="Divya Rithanya Sivakumar" userId="8c56ccde6f2dff38" providerId="LiveId" clId="{0E4D2FC1-911E-43A4-B169-25DAC8994077}" dt="2025-04-19T16:17:04.669" v="3667" actId="14100"/>
          <ac:spMkLst>
            <pc:docMk/>
            <pc:sldMk cId="4187889666" sldId="284"/>
            <ac:spMk id="4" creationId="{E3D42260-E165-F5FC-B2C1-242733D5388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775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96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78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735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32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3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21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791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778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03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84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94C1781-C84E-4B34-9255-3E95C46A5AA2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D289F1F-26F0-40EA-8D4F-8C6B50532E2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410591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a black background">
            <a:extLst>
              <a:ext uri="{FF2B5EF4-FFF2-40B4-BE49-F238E27FC236}">
                <a16:creationId xmlns:a16="http://schemas.microsoft.com/office/drawing/2014/main" id="{4A1B5D64-A200-6278-12B3-524528162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539" y="470391"/>
            <a:ext cx="5088921" cy="9904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84444A65-426D-32C2-9025-3F1CE699B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964" y="1460827"/>
            <a:ext cx="614807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76717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SCHOOL OF ARTIFICIAL INTELLIGENCE | COIMBATORE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51B52-0430-B18E-3FCE-4D7614B9DB27}"/>
              </a:ext>
            </a:extLst>
          </p:cNvPr>
          <p:cNvSpPr txBox="1"/>
          <p:nvPr/>
        </p:nvSpPr>
        <p:spPr>
          <a:xfrm>
            <a:off x="490243" y="2097320"/>
            <a:ext cx="113464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MACHINE LEARNING DRIVEN STRUCTURE-PROPERTY CORRELATION BETWEEN MECHANICAL PROPERTIES OF ALLOYS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3BA14-B829-896A-C134-296C8F26A54F}"/>
              </a:ext>
            </a:extLst>
          </p:cNvPr>
          <p:cNvSpPr txBox="1"/>
          <p:nvPr/>
        </p:nvSpPr>
        <p:spPr>
          <a:xfrm>
            <a:off x="3074034" y="330588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rgbClr val="A51340"/>
                </a:solidFill>
                <a:latin typeface="Bookman Old Style" panose="02050604050505020204" pitchFamily="18" charset="0"/>
              </a:rPr>
              <a:t>23CHY115|</a:t>
            </a:r>
            <a:r>
              <a:rPr lang="en-US" sz="1800" dirty="0">
                <a:solidFill>
                  <a:srgbClr val="A51340"/>
                </a:solidFill>
                <a:latin typeface="Bookman Old Style" panose="02050604050505020204" pitchFamily="18" charset="0"/>
              </a:rPr>
              <a:t>Introduction to Material Informatics</a:t>
            </a:r>
          </a:p>
          <a:p>
            <a:pPr algn="ctr"/>
            <a:r>
              <a:rPr lang="en-US" sz="1800" dirty="0">
                <a:solidFill>
                  <a:srgbClr val="A51340"/>
                </a:solidFill>
                <a:latin typeface="Bookman Old Style" panose="02050604050505020204" pitchFamily="18" charset="0"/>
              </a:rPr>
              <a:t>23PHY114 |Computational Mechanics 2</a:t>
            </a:r>
            <a:endParaRPr lang="en-IN" sz="1800" dirty="0">
              <a:solidFill>
                <a:srgbClr val="A51340"/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sz="1800" dirty="0">
                <a:solidFill>
                  <a:srgbClr val="A51340"/>
                </a:solidFill>
                <a:latin typeface="Bookman Old Style" panose="02050604050505020204" pitchFamily="18" charset="0"/>
              </a:rPr>
              <a:t>23MAT112 Mathematics for Intelligent Systems 2</a:t>
            </a:r>
            <a:endParaRPr lang="en-IN" sz="2800" dirty="0">
              <a:solidFill>
                <a:srgbClr val="A5134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042B0C-A00B-7A8A-A684-BA2F0E26CEED}"/>
              </a:ext>
            </a:extLst>
          </p:cNvPr>
          <p:cNvSpPr txBox="1"/>
          <p:nvPr/>
        </p:nvSpPr>
        <p:spPr>
          <a:xfrm>
            <a:off x="1809134" y="2747771"/>
            <a:ext cx="8573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listo MT" panose="02040603050505030304" pitchFamily="18" charset="0"/>
              </a:rPr>
              <a:t>(Predictive Modeling of Alloy Properties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alisto MT" panose="02040603050505030304" pitchFamily="18" charset="0"/>
              </a:rPr>
              <a:t> Using Machine Learning)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EB270-A02D-1326-3856-4B809C4A9B74}"/>
              </a:ext>
            </a:extLst>
          </p:cNvPr>
          <p:cNvSpPr txBox="1"/>
          <p:nvPr/>
        </p:nvSpPr>
        <p:spPr>
          <a:xfrm>
            <a:off x="517752" y="5180983"/>
            <a:ext cx="250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    C. RISHITHA</a:t>
            </a:r>
          </a:p>
          <a:p>
            <a:r>
              <a:rPr lang="en-US" dirty="0">
                <a:latin typeface="Bookman Old Style" panose="02050604050505020204" pitchFamily="18" charset="0"/>
              </a:rPr>
              <a:t>(CB.AI.U4AID24109)</a:t>
            </a:r>
            <a:endParaRPr lang="en-IN" dirty="0">
              <a:latin typeface="Bookman Old Style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BCC1D2-66ED-8BF9-7B12-25EF21B8D9A4}"/>
              </a:ext>
            </a:extLst>
          </p:cNvPr>
          <p:cNvSpPr txBox="1"/>
          <p:nvPr/>
        </p:nvSpPr>
        <p:spPr>
          <a:xfrm>
            <a:off x="3344280" y="5209523"/>
            <a:ext cx="250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 DIVYA RITHANYA S</a:t>
            </a:r>
            <a:br>
              <a:rPr lang="en-US" dirty="0">
                <a:latin typeface="Bookman Old Style" panose="02050604050505020204" pitchFamily="18" charset="0"/>
              </a:rPr>
            </a:br>
            <a:r>
              <a:rPr lang="en-US" dirty="0">
                <a:latin typeface="Bookman Old Style" panose="02050604050505020204" pitchFamily="18" charset="0"/>
              </a:rPr>
              <a:t>(CB.AI.U4AID24113)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CFE91-3147-E9CB-698A-93DF3CD47FC5}"/>
              </a:ext>
            </a:extLst>
          </p:cNvPr>
          <p:cNvSpPr txBox="1"/>
          <p:nvPr/>
        </p:nvSpPr>
        <p:spPr>
          <a:xfrm>
            <a:off x="6132700" y="5176198"/>
            <a:ext cx="250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     KARTHIKEYA Y</a:t>
            </a:r>
          </a:p>
          <a:p>
            <a:r>
              <a:rPr lang="en-US" dirty="0">
                <a:latin typeface="Bookman Old Style" panose="02050604050505020204" pitchFamily="18" charset="0"/>
              </a:rPr>
              <a:t>(CB.AI.U4AID24163)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6C0592-A567-4FA5-B6E5-C620FF1D3604}"/>
              </a:ext>
            </a:extLst>
          </p:cNvPr>
          <p:cNvSpPr txBox="1"/>
          <p:nvPr/>
        </p:nvSpPr>
        <p:spPr>
          <a:xfrm>
            <a:off x="8989664" y="5141316"/>
            <a:ext cx="250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       KAUSHAL S</a:t>
            </a:r>
            <a:br>
              <a:rPr lang="en-US" dirty="0">
                <a:latin typeface="Bookman Old Style" panose="02050604050505020204" pitchFamily="18" charset="0"/>
              </a:rPr>
            </a:br>
            <a:r>
              <a:rPr lang="en-US" dirty="0">
                <a:latin typeface="Bookman Old Style" panose="02050604050505020204" pitchFamily="18" charset="0"/>
              </a:rPr>
              <a:t>(CB.AI.U4AID24168)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0BD55E12-0494-0EA1-0CC8-6882F9862ED8}"/>
              </a:ext>
            </a:extLst>
          </p:cNvPr>
          <p:cNvSpPr/>
          <p:nvPr/>
        </p:nvSpPr>
        <p:spPr>
          <a:xfrm>
            <a:off x="432618" y="5141316"/>
            <a:ext cx="2641416" cy="716096"/>
          </a:xfrm>
          <a:prstGeom prst="round2Diag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7DA807AF-74E7-7AA4-D162-871E2055EE0C}"/>
              </a:ext>
            </a:extLst>
          </p:cNvPr>
          <p:cNvSpPr/>
          <p:nvPr/>
        </p:nvSpPr>
        <p:spPr>
          <a:xfrm>
            <a:off x="3223666" y="5141316"/>
            <a:ext cx="2707332" cy="716096"/>
          </a:xfrm>
          <a:prstGeom prst="round2Diag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8FA8EA4E-B362-6985-5324-4C2C926B7D1A}"/>
              </a:ext>
            </a:extLst>
          </p:cNvPr>
          <p:cNvSpPr/>
          <p:nvPr/>
        </p:nvSpPr>
        <p:spPr>
          <a:xfrm>
            <a:off x="6132700" y="5093065"/>
            <a:ext cx="2504212" cy="762789"/>
          </a:xfrm>
          <a:prstGeom prst="round2Diag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F2854DD4-B37F-C8D3-942D-2866332DCC8F}"/>
              </a:ext>
            </a:extLst>
          </p:cNvPr>
          <p:cNvSpPr/>
          <p:nvPr/>
        </p:nvSpPr>
        <p:spPr>
          <a:xfrm>
            <a:off x="8838614" y="5064525"/>
            <a:ext cx="2753032" cy="762789"/>
          </a:xfrm>
          <a:prstGeom prst="round2Diag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194238-C9B3-C83F-3881-77AD10C9B385}"/>
              </a:ext>
            </a:extLst>
          </p:cNvPr>
          <p:cNvSpPr txBox="1"/>
          <p:nvPr/>
        </p:nvSpPr>
        <p:spPr>
          <a:xfrm>
            <a:off x="5247363" y="4452351"/>
            <a:ext cx="136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B10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82CB2-C84E-69BB-6DA2-34ECEA65A41B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077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F7762-1132-98C0-9959-DF089A15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4C6BC2-C315-E07A-1C87-D8FEF01C3207}"/>
              </a:ext>
            </a:extLst>
          </p:cNvPr>
          <p:cNvSpPr txBox="1"/>
          <p:nvPr/>
        </p:nvSpPr>
        <p:spPr>
          <a:xfrm>
            <a:off x="521110" y="648929"/>
            <a:ext cx="2703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OUTLINE:</a:t>
            </a:r>
            <a:endParaRPr lang="en-IN" sz="3600" dirty="0">
              <a:latin typeface="Bookman Old Style" panose="020506040505050202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F796F-765D-5015-7887-D260549AE0D1}"/>
              </a:ext>
            </a:extLst>
          </p:cNvPr>
          <p:cNvSpPr txBox="1"/>
          <p:nvPr/>
        </p:nvSpPr>
        <p:spPr>
          <a:xfrm>
            <a:off x="2898188" y="2021346"/>
            <a:ext cx="728803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DATA DESCRIPTION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METHODOLOGY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RESULTS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CONCLUSION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TEAM CONTRIBUTION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4D389-CBAC-D9AC-C604-71FC54A1A06D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93988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C72B-4046-69FD-D8F1-16EB2625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2A7A25-25BB-6545-EA61-B1E62B819124}"/>
              </a:ext>
            </a:extLst>
          </p:cNvPr>
          <p:cNvSpPr txBox="1"/>
          <p:nvPr/>
        </p:nvSpPr>
        <p:spPr>
          <a:xfrm>
            <a:off x="580104" y="5527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INTRODUCTION: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5573F-E2DE-0CD1-221B-30DC325F170F}"/>
              </a:ext>
            </a:extLst>
          </p:cNvPr>
          <p:cNvSpPr txBox="1"/>
          <p:nvPr/>
        </p:nvSpPr>
        <p:spPr>
          <a:xfrm>
            <a:off x="1101211" y="1318022"/>
            <a:ext cx="1050085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r>
              <a:rPr lang="en-US" sz="2000" dirty="0"/>
              <a:t>This project explores how </a:t>
            </a:r>
            <a:r>
              <a:rPr lang="en-US" sz="2000" b="1" dirty="0"/>
              <a:t>Machine Learning (ML)</a:t>
            </a:r>
            <a:r>
              <a:rPr lang="en-US" sz="2000" dirty="0"/>
              <a:t> can be used to predict the mechanical properties of alloys, with a special focus on </a:t>
            </a:r>
            <a:r>
              <a:rPr lang="en-US" sz="2000" b="1" dirty="0"/>
              <a:t>High Entropy Alloys (HEAs)</a:t>
            </a:r>
            <a:r>
              <a:rPr lang="en-US" sz="2000" dirty="0"/>
              <a:t>.</a:t>
            </a:r>
          </a:p>
          <a:p>
            <a:pPr>
              <a:buSzPct val="109000"/>
            </a:pPr>
            <a:endParaRPr lang="en-US" sz="2000" dirty="0"/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r>
              <a:rPr lang="en-US" sz="2000" dirty="0"/>
              <a:t>High-Entropy Alloys (HEAs) are advanced metallic materials with unique properties. Their phase structure (FCC, BCC, FCC+BCC, Intermetallic, etc.) determines their performance.</a:t>
            </a:r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endParaRPr lang="en-US" sz="2000" dirty="0"/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r>
              <a:rPr lang="en-US" sz="2000" dirty="0"/>
              <a:t>Traditionally, identifying the phases through experiments is </a:t>
            </a:r>
            <a:r>
              <a:rPr lang="en-US" sz="2000" b="1" dirty="0"/>
              <a:t>slow, expensive, and complex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Using Machine Learning allows us to </a:t>
            </a:r>
            <a:r>
              <a:rPr lang="en-US" sz="2000" b="1" dirty="0"/>
              <a:t>analyze large datasets quickly</a:t>
            </a:r>
            <a:r>
              <a:rPr lang="en-US" sz="2000" dirty="0"/>
              <a:t> and </a:t>
            </a:r>
            <a:r>
              <a:rPr lang="en-US" sz="2000" b="1" dirty="0"/>
              <a:t>predict the phase structure accurately</a:t>
            </a:r>
            <a:r>
              <a:rPr lang="en-US" sz="2000" dirty="0"/>
              <a:t> within seconds.</a:t>
            </a:r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endParaRPr lang="en-US" sz="2000" dirty="0"/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r>
              <a:rPr lang="en-US" sz="2000" dirty="0"/>
              <a:t>We have selected Four different models </a:t>
            </a:r>
            <a:r>
              <a:rPr lang="en-US" sz="2000" b="1" i="1" dirty="0"/>
              <a:t>[Support Vector Machine (SVM), XG Boost, Random Forest and Neural Networks]</a:t>
            </a:r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endParaRPr lang="en-US" sz="2000" b="1" i="1" dirty="0"/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r>
              <a:rPr lang="en-US" sz="2000" dirty="0"/>
              <a:t>. By comparing these models, we seek to identify the most accurate and interpretable approach for predicting alloy properties, ultimately aiding in material design and performance optimization.</a:t>
            </a:r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endParaRPr lang="en-IN" dirty="0"/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endParaRPr lang="en-IN" dirty="0"/>
          </a:p>
          <a:p>
            <a:pPr marL="285750" indent="-285750">
              <a:buSzPct val="109000"/>
              <a:buFont typeface="Garamond" panose="02020404030301010803" pitchFamily="18" charset="0"/>
              <a:buChar char="→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B4EC2-1BE1-F541-C4B5-AB55C4EA1D74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0811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E7BA-AABC-1199-3366-8D4DE804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2CB588-DE03-0F3E-F2FD-EC3FF79E5F6F}"/>
              </a:ext>
            </a:extLst>
          </p:cNvPr>
          <p:cNvSpPr txBox="1"/>
          <p:nvPr/>
        </p:nvSpPr>
        <p:spPr>
          <a:xfrm>
            <a:off x="747251" y="6805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DATA DESCRIPTION: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D91809-0673-9D90-06EC-912A2A4E5049}"/>
              </a:ext>
            </a:extLst>
          </p:cNvPr>
          <p:cNvSpPr/>
          <p:nvPr/>
        </p:nvSpPr>
        <p:spPr>
          <a:xfrm>
            <a:off x="707923" y="1326903"/>
            <a:ext cx="4090220" cy="50935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Bookman Old Style" panose="02050604050505020204" pitchFamily="18" charset="0"/>
              </a:rPr>
              <a:t>Features available in the dataset: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Alloy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Alloy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Number of elements in the alloy.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Valence Electron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Atomic Size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Electronegativity Difference</a:t>
            </a: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Enthalpy of mixing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Entropy of mixing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Synthesis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Hot cold 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Homogenization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Homogenization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Annealing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Annealing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Quenching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Phases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ookman Old Style" panose="02050604050505020204" pitchFamily="18" charset="0"/>
              </a:rPr>
              <a:t>References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B877DB4-2199-676A-D52D-CD7192914D60}"/>
              </a:ext>
            </a:extLst>
          </p:cNvPr>
          <p:cNvCxnSpPr>
            <a:cxnSpLocks/>
          </p:cNvCxnSpPr>
          <p:nvPr/>
        </p:nvCxnSpPr>
        <p:spPr>
          <a:xfrm>
            <a:off x="4798143" y="3094702"/>
            <a:ext cx="1120876" cy="228600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DCF3D8-9D95-A1CC-6E33-2C16C81B1911}"/>
              </a:ext>
            </a:extLst>
          </p:cNvPr>
          <p:cNvSpPr/>
          <p:nvPr/>
        </p:nvSpPr>
        <p:spPr>
          <a:xfrm>
            <a:off x="5919019" y="1122573"/>
            <a:ext cx="2635045" cy="522861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Features selected for SVM, XG Boost, Random Forest:</a:t>
            </a:r>
          </a:p>
          <a:p>
            <a:pPr algn="ctr"/>
            <a:endParaRPr lang="en-US" sz="20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Number of elements in the alloy.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Valence Electron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Atomic Size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Electronegativity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Enthalpy of mixing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Entropy of mixing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SYNTHESIS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Phases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E692CB-3624-7A5D-E961-5DA35A87F0F6}"/>
              </a:ext>
            </a:extLst>
          </p:cNvPr>
          <p:cNvSpPr/>
          <p:nvPr/>
        </p:nvSpPr>
        <p:spPr>
          <a:xfrm>
            <a:off x="8731046" y="1107202"/>
            <a:ext cx="2753032" cy="50636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Features selected for Neural Network: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[Through CBFV]</a:t>
            </a:r>
          </a:p>
          <a:p>
            <a:pPr algn="ctr"/>
            <a:endParaRPr lang="en-US" sz="20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Number of elements in the alloy.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Valence Electron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Atomic Size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Electronegativity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Enthalpy of mixing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Entropy of mixing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Phases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27A930-04AF-7872-AB2B-ADA043A276B2}"/>
              </a:ext>
            </a:extLst>
          </p:cNvPr>
          <p:cNvSpPr/>
          <p:nvPr/>
        </p:nvSpPr>
        <p:spPr>
          <a:xfrm>
            <a:off x="4798143" y="2273850"/>
            <a:ext cx="1032386" cy="646331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Cleaned data</a:t>
            </a:r>
            <a:endParaRPr lang="en-IN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8AC4E-E79C-7250-D2EC-36258DBB271B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65461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91EB-CC5F-4088-4016-5F6575E2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3FE2B-E645-FC39-9A70-9326EE15B11E}"/>
              </a:ext>
            </a:extLst>
          </p:cNvPr>
          <p:cNvSpPr txBox="1"/>
          <p:nvPr/>
        </p:nvSpPr>
        <p:spPr>
          <a:xfrm>
            <a:off x="521109" y="609600"/>
            <a:ext cx="4601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METHODOLOGY:</a:t>
            </a:r>
            <a:endParaRPr lang="en-IN" sz="3600" dirty="0">
              <a:latin typeface="Bookman Old Style" panose="020506040505050202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46E33A-BCF7-B60D-7F4F-F693ACFC401B}"/>
              </a:ext>
            </a:extLst>
          </p:cNvPr>
          <p:cNvSpPr/>
          <p:nvPr/>
        </p:nvSpPr>
        <p:spPr>
          <a:xfrm>
            <a:off x="750529" y="1495600"/>
            <a:ext cx="1703438" cy="52832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Data Handling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2A666F-6CCE-76B7-84B7-6D101F74BA6A}"/>
              </a:ext>
            </a:extLst>
          </p:cNvPr>
          <p:cNvSpPr/>
          <p:nvPr/>
        </p:nvSpPr>
        <p:spPr>
          <a:xfrm>
            <a:off x="2754561" y="1495600"/>
            <a:ext cx="1848465" cy="52832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Using </a:t>
            </a:r>
            <a:r>
              <a:rPr lang="en-US" dirty="0" err="1">
                <a:latin typeface="Bookman Old Style" panose="02050604050505020204" pitchFamily="18" charset="0"/>
              </a:rPr>
              <a:t>Lazypredict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912C6F-F433-C0A9-8558-D6F2700618F0}"/>
              </a:ext>
            </a:extLst>
          </p:cNvPr>
          <p:cNvSpPr/>
          <p:nvPr/>
        </p:nvSpPr>
        <p:spPr>
          <a:xfrm>
            <a:off x="750529" y="2440484"/>
            <a:ext cx="1703438" cy="843489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Drop unnecessary columns</a:t>
            </a:r>
            <a:endParaRPr lang="en-IN" dirty="0">
              <a:latin typeface="Bookman Old Style" panose="020506040505050202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599679-0D93-28E9-7AF4-88C891CE108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453967" y="1759760"/>
            <a:ext cx="30059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4CE7B9-D3EA-4616-AD16-E02F39295D4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598978" y="1769388"/>
            <a:ext cx="3222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432560-A79A-9B57-55BC-88A1D20411D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6764995" y="1769389"/>
            <a:ext cx="335433" cy="43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E87856-2D17-77A0-0698-223C4F75B79C}"/>
              </a:ext>
            </a:extLst>
          </p:cNvPr>
          <p:cNvCxnSpPr>
            <a:cxnSpLocks/>
          </p:cNvCxnSpPr>
          <p:nvPr/>
        </p:nvCxnSpPr>
        <p:spPr>
          <a:xfrm>
            <a:off x="3710652" y="2042607"/>
            <a:ext cx="0" cy="4165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60E3A5-24E9-3E44-1A8D-4E43CAF6CD21}"/>
              </a:ext>
            </a:extLst>
          </p:cNvPr>
          <p:cNvSpPr/>
          <p:nvPr/>
        </p:nvSpPr>
        <p:spPr>
          <a:xfrm>
            <a:off x="4921246" y="1505228"/>
            <a:ext cx="1847236" cy="52832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Model Building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D9BE1E-8F40-317F-A97E-9FD8BA9AD609}"/>
              </a:ext>
            </a:extLst>
          </p:cNvPr>
          <p:cNvSpPr/>
          <p:nvPr/>
        </p:nvSpPr>
        <p:spPr>
          <a:xfrm>
            <a:off x="7100428" y="1505240"/>
            <a:ext cx="1911759" cy="52829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Feature Importance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EEA97B-136B-8E2C-21A6-AD6DEF876BDD}"/>
              </a:ext>
            </a:extLst>
          </p:cNvPr>
          <p:cNvSpPr/>
          <p:nvPr/>
        </p:nvSpPr>
        <p:spPr>
          <a:xfrm>
            <a:off x="750529" y="4363505"/>
            <a:ext cx="1703438" cy="998895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Separate X(features) and y(target)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4248A5-407F-1604-A36A-DFD8962CC6E8}"/>
              </a:ext>
            </a:extLst>
          </p:cNvPr>
          <p:cNvSpPr/>
          <p:nvPr/>
        </p:nvSpPr>
        <p:spPr>
          <a:xfrm>
            <a:off x="750529" y="3399430"/>
            <a:ext cx="1703438" cy="843489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Replace missing values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546481C-5D1C-C4DE-A237-1717A4A2CA4E}"/>
              </a:ext>
            </a:extLst>
          </p:cNvPr>
          <p:cNvSpPr/>
          <p:nvPr/>
        </p:nvSpPr>
        <p:spPr>
          <a:xfrm>
            <a:off x="2713703" y="2440484"/>
            <a:ext cx="1847236" cy="1802435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Analyze different models’ performance for this dataset used </a:t>
            </a:r>
            <a:endParaRPr lang="en-IN" dirty="0">
              <a:latin typeface="Bookman Old Style" panose="020506040505050202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B94F5D-4300-A326-5C51-B838CF57AA0D}"/>
              </a:ext>
            </a:extLst>
          </p:cNvPr>
          <p:cNvCxnSpPr>
            <a:cxnSpLocks/>
          </p:cNvCxnSpPr>
          <p:nvPr/>
        </p:nvCxnSpPr>
        <p:spPr>
          <a:xfrm>
            <a:off x="1567835" y="2023920"/>
            <a:ext cx="0" cy="4165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E8EAA0-D1D3-EB76-FDBB-A8307C1A18F0}"/>
              </a:ext>
            </a:extLst>
          </p:cNvPr>
          <p:cNvSpPr/>
          <p:nvPr/>
        </p:nvSpPr>
        <p:spPr>
          <a:xfrm>
            <a:off x="2821857" y="4363505"/>
            <a:ext cx="1739082" cy="126054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Select four models to work with this dataset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461A35-65AE-8B3A-9999-3A275AEA548A}"/>
              </a:ext>
            </a:extLst>
          </p:cNvPr>
          <p:cNvSpPr/>
          <p:nvPr/>
        </p:nvSpPr>
        <p:spPr>
          <a:xfrm>
            <a:off x="7100428" y="2452185"/>
            <a:ext cx="1911755" cy="3173951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latin typeface="Bookman Old Style" panose="02050604050505020204" pitchFamily="18" charset="0"/>
              </a:rPr>
              <a:t>Analyze which alloy elements contribute the most to phase prediction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7E72002-0024-29AD-73FF-EB2239B74EFC}"/>
              </a:ext>
            </a:extLst>
          </p:cNvPr>
          <p:cNvSpPr/>
          <p:nvPr/>
        </p:nvSpPr>
        <p:spPr>
          <a:xfrm>
            <a:off x="4814735" y="2440484"/>
            <a:ext cx="1847236" cy="843488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Select a particular model</a:t>
            </a:r>
            <a:endParaRPr lang="en-IN" dirty="0">
              <a:latin typeface="Bookman Old Style" panose="020506040505050202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AF4371-EE3C-36C6-4474-77F32FE80F68}"/>
              </a:ext>
            </a:extLst>
          </p:cNvPr>
          <p:cNvCxnSpPr>
            <a:cxnSpLocks/>
          </p:cNvCxnSpPr>
          <p:nvPr/>
        </p:nvCxnSpPr>
        <p:spPr>
          <a:xfrm>
            <a:off x="5680792" y="2033537"/>
            <a:ext cx="0" cy="4165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9C36FB-E011-1CA9-2730-D751FB4C94AA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8056306" y="2033537"/>
            <a:ext cx="2" cy="418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401173-B51D-04D9-E2D1-9AF712F84AAA}"/>
              </a:ext>
            </a:extLst>
          </p:cNvPr>
          <p:cNvCxnSpPr>
            <a:cxnSpLocks/>
          </p:cNvCxnSpPr>
          <p:nvPr/>
        </p:nvCxnSpPr>
        <p:spPr>
          <a:xfrm>
            <a:off x="1557593" y="5362401"/>
            <a:ext cx="0" cy="3698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9AB3439-8DA2-F7D5-BC96-DF36EB661FBE}"/>
              </a:ext>
            </a:extLst>
          </p:cNvPr>
          <p:cNvSpPr/>
          <p:nvPr/>
        </p:nvSpPr>
        <p:spPr>
          <a:xfrm>
            <a:off x="750529" y="5732207"/>
            <a:ext cx="1703439" cy="629088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Feature Engineering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5549C39-9516-659F-7B02-C0974B816940}"/>
              </a:ext>
            </a:extLst>
          </p:cNvPr>
          <p:cNvSpPr/>
          <p:nvPr/>
        </p:nvSpPr>
        <p:spPr>
          <a:xfrm>
            <a:off x="4814735" y="3429000"/>
            <a:ext cx="1847236" cy="2195052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Split the data into training set and testing set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80C1476-2DAB-1067-06A7-0328BA37ABBA}"/>
              </a:ext>
            </a:extLst>
          </p:cNvPr>
          <p:cNvSpPr/>
          <p:nvPr/>
        </p:nvSpPr>
        <p:spPr>
          <a:xfrm>
            <a:off x="9341876" y="1505240"/>
            <a:ext cx="1911759" cy="52829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Model Evaluation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B08FAED-C630-5BDC-BA70-95DBA4ECB241}"/>
              </a:ext>
            </a:extLst>
          </p:cNvPr>
          <p:cNvSpPr/>
          <p:nvPr/>
        </p:nvSpPr>
        <p:spPr>
          <a:xfrm>
            <a:off x="9311872" y="2440484"/>
            <a:ext cx="1911755" cy="3173951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latin typeface="Bookman Old Style" panose="02050604050505020204" pitchFamily="18" charset="0"/>
              </a:rPr>
              <a:t>Evaluate using accuracy, recall, precision,  F1-Score and confusion matrix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E213CFE-3907-C72B-33BE-EC89F0B3A91C}"/>
              </a:ext>
            </a:extLst>
          </p:cNvPr>
          <p:cNvCxnSpPr>
            <a:cxnSpLocks/>
          </p:cNvCxnSpPr>
          <p:nvPr/>
        </p:nvCxnSpPr>
        <p:spPr>
          <a:xfrm flipH="1">
            <a:off x="10267745" y="2031453"/>
            <a:ext cx="2" cy="418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01858F5-962B-C96B-F08F-66FF1DC25CAE}"/>
              </a:ext>
            </a:extLst>
          </p:cNvPr>
          <p:cNvCxnSpPr>
            <a:cxnSpLocks/>
          </p:cNvCxnSpPr>
          <p:nvPr/>
        </p:nvCxnSpPr>
        <p:spPr>
          <a:xfrm flipV="1">
            <a:off x="9009315" y="1755436"/>
            <a:ext cx="335433" cy="43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9A7343C-AD8E-28F0-32C7-260638B7281C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0731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C58539-96B7-BBDC-648B-B904FBF316DE}"/>
              </a:ext>
            </a:extLst>
          </p:cNvPr>
          <p:cNvSpPr txBox="1"/>
          <p:nvPr/>
        </p:nvSpPr>
        <p:spPr>
          <a:xfrm>
            <a:off x="521110" y="609600"/>
            <a:ext cx="2507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RESULTS:</a:t>
            </a:r>
            <a:endParaRPr lang="en-IN" sz="3600" dirty="0"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434FB-1332-DE06-9F75-F2165E63ED13}"/>
              </a:ext>
            </a:extLst>
          </p:cNvPr>
          <p:cNvSpPr txBox="1"/>
          <p:nvPr/>
        </p:nvSpPr>
        <p:spPr>
          <a:xfrm>
            <a:off x="3893573" y="701932"/>
            <a:ext cx="4975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SUPPORT VECTOR MACHINE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F79A5-034C-8938-BEC9-077963A7E949}"/>
              </a:ext>
            </a:extLst>
          </p:cNvPr>
          <p:cNvSpPr txBox="1"/>
          <p:nvPr/>
        </p:nvSpPr>
        <p:spPr>
          <a:xfrm>
            <a:off x="688257" y="1354254"/>
            <a:ext cx="1081548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man Old Style" panose="02050604050505020204" pitchFamily="18" charset="0"/>
              </a:rPr>
              <a:t>Support Vector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Developed a Support Vector Machine (SVM) model with RBF kernel to predict phases of High Entropy Alloys (HEAs).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Data Preparation: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Selected 6 important features: </a:t>
            </a:r>
            <a:r>
              <a:rPr lang="en-IN" dirty="0" err="1">
                <a:latin typeface="Bookman Old Style" panose="02050604050505020204" pitchFamily="18" charset="0"/>
              </a:rPr>
              <a:t>Num_of_Elem</a:t>
            </a:r>
            <a:r>
              <a:rPr lang="en-IN" dirty="0">
                <a:latin typeface="Bookman Old Style" panose="02050604050505020204" pitchFamily="18" charset="0"/>
              </a:rPr>
              <a:t>, VEC, </a:t>
            </a:r>
            <a:r>
              <a:rPr lang="en-IN" dirty="0" err="1">
                <a:latin typeface="Bookman Old Style" panose="02050604050505020204" pitchFamily="18" charset="0"/>
              </a:rPr>
              <a:t>Atom.Size.Diff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Elect.Diff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dHmix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dSmix</a:t>
            </a:r>
            <a:r>
              <a:rPr lang="en-IN" dirty="0">
                <a:latin typeface="Bookman Old Style" panose="02050604050505020204" pitchFamily="18" charset="0"/>
              </a:rPr>
              <a:t>, along with </a:t>
            </a:r>
            <a:r>
              <a:rPr lang="en-IN" dirty="0" err="1">
                <a:latin typeface="Bookman Old Style" panose="02050604050505020204" pitchFamily="18" charset="0"/>
              </a:rPr>
              <a:t>Sythesis_Route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Dropped rows with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Encoded categorical variable </a:t>
            </a:r>
            <a:r>
              <a:rPr lang="en-IN" dirty="0" err="1">
                <a:latin typeface="Bookman Old Style" panose="02050604050505020204" pitchFamily="18" charset="0"/>
              </a:rPr>
              <a:t>Sythesis_Route</a:t>
            </a:r>
            <a:r>
              <a:rPr lang="en-IN" dirty="0">
                <a:latin typeface="Bookman Old Style" panose="02050604050505020204" pitchFamily="18" charset="0"/>
              </a:rPr>
              <a:t> using </a:t>
            </a:r>
            <a:r>
              <a:rPr lang="en-IN" dirty="0" err="1">
                <a:latin typeface="Bookman Old Style" panose="02050604050505020204" pitchFamily="18" charset="0"/>
              </a:rPr>
              <a:t>LabelEncoder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Encoded target Phases using </a:t>
            </a:r>
            <a:r>
              <a:rPr lang="en-IN" dirty="0" err="1">
                <a:latin typeface="Bookman Old Style" panose="02050604050505020204" pitchFamily="18" charset="0"/>
              </a:rPr>
              <a:t>LabelEncoder</a:t>
            </a: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Train-Test Split and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80% training, 20% testing split using </a:t>
            </a:r>
            <a:r>
              <a:rPr lang="en-IN" dirty="0" err="1">
                <a:latin typeface="Bookman Old Style" panose="02050604050505020204" pitchFamily="18" charset="0"/>
              </a:rPr>
              <a:t>train_test_split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Standardization of features using </a:t>
            </a:r>
            <a:r>
              <a:rPr lang="en-IN" dirty="0" err="1">
                <a:latin typeface="Bookman Old Style" panose="02050604050505020204" pitchFamily="18" charset="0"/>
              </a:rPr>
              <a:t>StandardScaler</a:t>
            </a: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Handling Class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Applied SMOTE (Synthetic Minority Over-sampling Technique) to balance the training data before model training.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993CB-4279-8403-FF61-8682A5FDF1D2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9577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4DB6B9-6F43-11E9-087C-2F0EC54B1DB9}"/>
              </a:ext>
            </a:extLst>
          </p:cNvPr>
          <p:cNvSpPr txBox="1"/>
          <p:nvPr/>
        </p:nvSpPr>
        <p:spPr>
          <a:xfrm>
            <a:off x="1111044" y="1028343"/>
            <a:ext cx="104615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man Old Style" panose="02050604050505020204" pitchFamily="18" charset="0"/>
              </a:rPr>
              <a:t>Model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Algorithm: Support Vector Machine (SVC) with RBF kernel.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Hyperparameters: kernel= '</a:t>
            </a:r>
            <a:r>
              <a:rPr lang="en-IN" dirty="0" err="1">
                <a:latin typeface="Bookman Old Style" panose="02050604050505020204" pitchFamily="18" charset="0"/>
              </a:rPr>
              <a:t>rbf’random_state</a:t>
            </a:r>
            <a:r>
              <a:rPr lang="en-IN" dirty="0">
                <a:latin typeface="Bookman Old Style" panose="02050604050505020204" pitchFamily="18" charset="0"/>
              </a:rPr>
              <a:t>=42 for reproducibility.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Set during SVC model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No explicit hyperparameter tuning.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Performance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Training Accuracy: ~0.75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Test Accuracy: ~0.78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Balanced Accuracy, Precision, Recall, and F1-score calculated.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Detailed classification reports generated for both training and testing phases.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Visualization &amp;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Permutation feature importance was computed to identify the most influential features on model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Confusion matrix plotted to visualize prediction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Separate confusion matrices for training and testing datasets.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99530-4391-28E7-7CBB-B4B2C0971119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4764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5585E-E51F-0184-3609-45B68139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D497F-1E77-7D76-5312-A6B47E1DFE0A}"/>
              </a:ext>
            </a:extLst>
          </p:cNvPr>
          <p:cNvSpPr txBox="1"/>
          <p:nvPr/>
        </p:nvSpPr>
        <p:spPr>
          <a:xfrm>
            <a:off x="3883741" y="936746"/>
            <a:ext cx="4975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SUPPORT VECTOR MACHINE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29AC9-6BF0-CEB7-1049-B6D4340A141F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266D5-1220-30E2-D129-654A204EA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722" y="1818393"/>
            <a:ext cx="382290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DDB021-9EB3-0FDE-DE08-676F8D2A9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375" y="1818393"/>
            <a:ext cx="4061460" cy="390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DE0882-9B9B-2F80-949F-CD782EDA4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585" y="2613819"/>
            <a:ext cx="3552825" cy="342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96A0FD-B7C1-FE25-DB90-0EAD831CF7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3409950"/>
            <a:ext cx="5257800" cy="2838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73915F-8A81-8D7A-3EAD-332EC9BB46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726" y="3409950"/>
            <a:ext cx="52482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7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59A88E-4EE6-63AD-FDEF-DB414ECAB25D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5926B-9F30-4457-D6D8-D5C5E7778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6" y="1199536"/>
            <a:ext cx="5288482" cy="4621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04E35C-7792-151B-F200-C5998525A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99535"/>
            <a:ext cx="5506064" cy="46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6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A45FAB-0AE3-49F0-393D-C53F48D751B8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1D588-FAB3-5188-6C88-43AD2CCA0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509587"/>
            <a:ext cx="9410700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7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76DCE1-F97F-A5A8-B71C-2DCEF1CC267F}"/>
              </a:ext>
            </a:extLst>
          </p:cNvPr>
          <p:cNvSpPr txBox="1"/>
          <p:nvPr/>
        </p:nvSpPr>
        <p:spPr>
          <a:xfrm>
            <a:off x="5201264" y="745104"/>
            <a:ext cx="178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XGBOOST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A928B9-85D7-102F-541B-E4D61004433A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11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B80B0-6196-811F-C840-789EB1BD8A14}"/>
              </a:ext>
            </a:extLst>
          </p:cNvPr>
          <p:cNvSpPr txBox="1"/>
          <p:nvPr/>
        </p:nvSpPr>
        <p:spPr>
          <a:xfrm>
            <a:off x="983226" y="1514168"/>
            <a:ext cx="104910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Bookman Old Style" panose="02050604050505020204" pitchFamily="18" charset="0"/>
              </a:rPr>
              <a:t>XGBoost</a:t>
            </a:r>
            <a:r>
              <a:rPr lang="en-US" b="1" dirty="0">
                <a:latin typeface="Bookman Old Style" panose="02050604050505020204" pitchFamily="18" charset="0"/>
              </a:rPr>
              <a:t>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Developed an </a:t>
            </a:r>
            <a:r>
              <a:rPr lang="en-US" dirty="0" err="1">
                <a:latin typeface="Bookman Old Style" panose="02050604050505020204" pitchFamily="18" charset="0"/>
              </a:rPr>
              <a:t>XGBoost</a:t>
            </a:r>
            <a:r>
              <a:rPr lang="en-US" dirty="0">
                <a:latin typeface="Bookman Old Style" panose="02050604050505020204" pitchFamily="18" charset="0"/>
              </a:rPr>
              <a:t> classifier to predict phases of High Entropy Alloys (HEAs).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Used features from alloy compositions and processing data after dropping irrelevant metadata.</a:t>
            </a:r>
          </a:p>
          <a:p>
            <a:endParaRPr lang="en-US" dirty="0">
              <a:latin typeface="Bookman Old Style" panose="02050604050505020204" pitchFamily="18" charset="0"/>
            </a:endParaRPr>
          </a:p>
          <a:p>
            <a:r>
              <a:rPr lang="en-US" b="1" dirty="0">
                <a:latin typeface="Bookman Old Style" panose="02050604050505020204" pitchFamily="18" charset="0"/>
              </a:rPr>
              <a:t>Data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Dropping unnecessary columns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Encoding categorical variables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Handling missing values  </a:t>
            </a:r>
          </a:p>
          <a:p>
            <a:endParaRPr lang="en-US" dirty="0">
              <a:latin typeface="Bookman Old Style" panose="02050604050505020204" pitchFamily="18" charset="0"/>
            </a:endParaRPr>
          </a:p>
          <a:p>
            <a:r>
              <a:rPr lang="en-US" b="1" dirty="0">
                <a:latin typeface="Bookman Old Style" panose="02050604050505020204" pitchFamily="18" charset="0"/>
              </a:rPr>
              <a:t> Model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Used </a:t>
            </a:r>
            <a:r>
              <a:rPr lang="en-US" dirty="0" err="1">
                <a:latin typeface="Bookman Old Style" panose="02050604050505020204" pitchFamily="18" charset="0"/>
              </a:rPr>
              <a:t>XGBoostClassifier</a:t>
            </a:r>
            <a:r>
              <a:rPr lang="en-US" dirty="0">
                <a:latin typeface="Bookman Old Style" panose="02050604050505020204" pitchFamily="18" charset="0"/>
              </a:rPr>
              <a:t> from the </a:t>
            </a:r>
            <a:r>
              <a:rPr lang="en-US" dirty="0" err="1">
                <a:latin typeface="Bookman Old Style" panose="02050604050505020204" pitchFamily="18" charset="0"/>
              </a:rPr>
              <a:t>xgboost</a:t>
            </a:r>
            <a:r>
              <a:rPr lang="en-US" dirty="0">
                <a:latin typeface="Bookman Old Style" panose="02050604050505020204" pitchFamily="18" charset="0"/>
              </a:rPr>
              <a:t> 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Optimized using default hyperparameters initially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Evaluated with metrics like accuracy, confusion matrix, and classification report</a:t>
            </a:r>
          </a:p>
          <a:p>
            <a:endParaRPr lang="en-US" dirty="0">
              <a:latin typeface="Bookman Old Style" panose="02050604050505020204" pitchFamily="18" charset="0"/>
            </a:endParaRPr>
          </a:p>
          <a:p>
            <a:r>
              <a:rPr lang="en-US" b="1" dirty="0">
                <a:latin typeface="Bookman Old Style" panose="02050604050505020204" pitchFamily="18" charset="0"/>
              </a:rPr>
              <a:t>Train-test split: </a:t>
            </a:r>
            <a:r>
              <a:rPr lang="en-US" dirty="0">
                <a:latin typeface="Bookman Old Style" panose="02050604050505020204" pitchFamily="18" charset="0"/>
              </a:rPr>
              <a:t>70% training, 30% testing</a:t>
            </a:r>
          </a:p>
        </p:txBody>
      </p:sp>
    </p:spTree>
    <p:extLst>
      <p:ext uri="{BB962C8B-B14F-4D97-AF65-F5344CB8AC3E}">
        <p14:creationId xmlns:p14="http://schemas.microsoft.com/office/powerpoint/2010/main" val="3301437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774B5-CEA0-D7DE-866A-6D21E2973CEA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42260-E165-F5FC-B2C1-242733D53882}"/>
              </a:ext>
            </a:extLst>
          </p:cNvPr>
          <p:cNvSpPr txBox="1"/>
          <p:nvPr/>
        </p:nvSpPr>
        <p:spPr>
          <a:xfrm>
            <a:off x="1494503" y="1148959"/>
            <a:ext cx="92128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 High Training Accuracy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 Test Accuracy around 0.85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 Evaluated using F1-score, Confusion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endParaRPr lang="en-US" dirty="0">
              <a:latin typeface="Bookman Old Style" panose="02050604050505020204" pitchFamily="18" charset="0"/>
            </a:endParaRPr>
          </a:p>
          <a:p>
            <a:r>
              <a:rPr lang="en-US" b="1" dirty="0">
                <a:latin typeface="Bookman Old Style" panose="02050604050505020204" pitchFamily="18" charset="0"/>
              </a:rPr>
              <a:t>Visualization &amp; Interpretation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Confusion matrix heatmap plotted using 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Feature importance could be visualized using </a:t>
            </a:r>
            <a:r>
              <a:rPr lang="en-US" dirty="0" err="1">
                <a:latin typeface="Bookman Old Style" panose="02050604050505020204" pitchFamily="18" charset="0"/>
              </a:rPr>
              <a:t>xgboost.plot_importance</a:t>
            </a:r>
            <a:r>
              <a:rPr lang="en-US" dirty="0">
                <a:latin typeface="Bookman Old Style" panose="02050604050505020204" pitchFamily="18" charset="0"/>
              </a:rPr>
              <a:t> (not shown in early cells, but common in such workflows)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endParaRPr lang="en-US" b="1" dirty="0">
              <a:latin typeface="Bookman Old Style" panose="02050604050505020204" pitchFamily="18" charset="0"/>
            </a:endParaRPr>
          </a:p>
          <a:p>
            <a:r>
              <a:rPr lang="en-US" b="1" dirty="0">
                <a:latin typeface="Bookman Old Style" panose="02050604050505020204" pitchFamily="18" charset="0"/>
              </a:rPr>
              <a:t>Comparison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Used </a:t>
            </a:r>
            <a:r>
              <a:rPr lang="en-US" dirty="0" err="1">
                <a:latin typeface="Bookman Old Style" panose="02050604050505020204" pitchFamily="18" charset="0"/>
              </a:rPr>
              <a:t>LazyClassifier</a:t>
            </a:r>
            <a:r>
              <a:rPr lang="en-US" dirty="0">
                <a:latin typeface="Bookman Old Style" panose="02050604050505020204" pitchFamily="18" charset="0"/>
              </a:rPr>
              <a:t> to compare many ML models and confirm </a:t>
            </a:r>
            <a:r>
              <a:rPr lang="en-US" dirty="0" err="1">
                <a:latin typeface="Bookman Old Style" panose="02050604050505020204" pitchFamily="18" charset="0"/>
              </a:rPr>
              <a:t>XGBoost's</a:t>
            </a:r>
            <a:r>
              <a:rPr lang="en-US" dirty="0">
                <a:latin typeface="Bookman Old Style" panose="02050604050505020204" pitchFamily="18" charset="0"/>
              </a:rPr>
              <a:t> performance was among the best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889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FAE8A-F462-DBF5-ECEA-C8F14F75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B629D5-1F9A-7F8E-9A27-515ED3EB7116}"/>
              </a:ext>
            </a:extLst>
          </p:cNvPr>
          <p:cNvSpPr txBox="1"/>
          <p:nvPr/>
        </p:nvSpPr>
        <p:spPr>
          <a:xfrm>
            <a:off x="5201264" y="745104"/>
            <a:ext cx="178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XGBOOST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CC85FA-EF73-9592-B67B-39748A7D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888" y="1898303"/>
            <a:ext cx="3598607" cy="399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A6E0F0-1EB1-68C8-ADC2-306CAE99E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505" y="1898304"/>
            <a:ext cx="4091745" cy="3998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001DDE-0266-60D7-21D6-F0E1452EF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847" y="3057832"/>
            <a:ext cx="4749585" cy="26547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36F0EE-8E4D-9AF0-D6AA-61CA449CC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406" y="3057832"/>
            <a:ext cx="4882662" cy="26547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E6F407-FF70-21A6-BE78-6D98604330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078" y="2451478"/>
            <a:ext cx="4210857" cy="3998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AAEDD73-B31A-7A56-0820-7DCE834FD503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58393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81F2D88-993F-6DD0-8561-229A54E79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202" y="1075221"/>
            <a:ext cx="5117080" cy="468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1E8C3-7727-784C-DD4B-0C6B1D3D7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18" y="1075221"/>
            <a:ext cx="5154509" cy="4686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709456-A853-294D-04E5-C166496E3B4E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83888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857D30C-0441-3908-3487-FE8AC54B1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974" y="619125"/>
            <a:ext cx="85344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A10705-F046-15DB-9BDA-E93DD013C253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97748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47AB-F275-18C3-6630-B1EEC7B5A980}"/>
              </a:ext>
            </a:extLst>
          </p:cNvPr>
          <p:cNvSpPr txBox="1"/>
          <p:nvPr/>
        </p:nvSpPr>
        <p:spPr>
          <a:xfrm>
            <a:off x="4581732" y="577955"/>
            <a:ext cx="3667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RANDOM FOREST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5B979-4F30-E5C2-3154-5F378960446B}"/>
              </a:ext>
            </a:extLst>
          </p:cNvPr>
          <p:cNvSpPr txBox="1"/>
          <p:nvPr/>
        </p:nvSpPr>
        <p:spPr>
          <a:xfrm>
            <a:off x="786579" y="1160206"/>
            <a:ext cx="108351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ookman Old Style" panose="02050604050505020204" pitchFamily="18" charset="0"/>
              </a:rPr>
              <a:t>Random Forest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Developed</a:t>
            </a:r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a Random Forest Classifier (RFC) model to predict phases of High Entropy Alloys (HEAs).</a:t>
            </a:r>
          </a:p>
          <a:p>
            <a:endParaRPr lang="en-IN" b="1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Dropped non-compositional metadata columns: References, </a:t>
            </a:r>
            <a:r>
              <a:rPr lang="en-IN" dirty="0" err="1">
                <a:latin typeface="Bookman Old Style" panose="02050604050505020204" pitchFamily="18" charset="0"/>
              </a:rPr>
              <a:t>Alloy_ID</a:t>
            </a:r>
            <a:r>
              <a:rPr lang="en-IN" dirty="0">
                <a:latin typeface="Bookman Old Style" panose="02050604050505020204" pitchFamily="18" charset="0"/>
              </a:rPr>
              <a:t>, Alloy, Hot-</a:t>
            </a:r>
            <a:r>
              <a:rPr lang="en-IN" dirty="0" err="1">
                <a:latin typeface="Bookman Old Style" panose="02050604050505020204" pitchFamily="18" charset="0"/>
              </a:rPr>
              <a:t>Cold_Working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Quench_Pro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Homog_Temp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Homog_Time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Anneal_Temp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Anneal_Time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Handled missing values: </a:t>
            </a:r>
          </a:p>
          <a:p>
            <a:r>
              <a:rPr lang="en-IN" dirty="0">
                <a:latin typeface="Bookman Old Style" panose="02050604050505020204" pitchFamily="18" charset="0"/>
              </a:rPr>
              <a:t>              Numerical features: Imputed using mean values.</a:t>
            </a:r>
          </a:p>
          <a:p>
            <a:r>
              <a:rPr lang="en-IN" dirty="0">
                <a:latin typeface="Bookman Old Style" panose="02050604050505020204" pitchFamily="18" charset="0"/>
              </a:rPr>
              <a:t>              Categorical features: Imputed using most frequent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Encoded categorical variables using </a:t>
            </a:r>
            <a:r>
              <a:rPr lang="en-IN" dirty="0" err="1">
                <a:latin typeface="Bookman Old Style" panose="02050604050505020204" pitchFamily="18" charset="0"/>
              </a:rPr>
              <a:t>OneHotEncoder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Applied standardization to numerical features using </a:t>
            </a:r>
            <a:r>
              <a:rPr lang="en-IN" dirty="0" err="1">
                <a:latin typeface="Bookman Old Style" panose="02050604050505020204" pitchFamily="18" charset="0"/>
              </a:rPr>
              <a:t>StandardScaler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Model Details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Algorithm: Random Forest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Number of trees: 100 (</a:t>
            </a:r>
            <a:r>
              <a:rPr lang="en-IN" dirty="0" err="1">
                <a:latin typeface="Bookman Old Style" panose="02050604050505020204" pitchFamily="18" charset="0"/>
              </a:rPr>
              <a:t>n_estimators</a:t>
            </a:r>
            <a:r>
              <a:rPr lang="en-IN" dirty="0">
                <a:latin typeface="Bookman Old Style" panose="02050604050505020204" pitchFamily="18" charset="0"/>
              </a:rPr>
              <a:t>=100)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Random state: 42 (for reproducibility)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No manual hyperparameter tuning applied (default settings used).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A6D3B-EC67-43D9-9ED7-A621053B2F3E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89805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450F02-5754-4044-E364-29951C6FA4E8}"/>
              </a:ext>
            </a:extLst>
          </p:cNvPr>
          <p:cNvSpPr txBox="1"/>
          <p:nvPr/>
        </p:nvSpPr>
        <p:spPr>
          <a:xfrm>
            <a:off x="924231" y="1369337"/>
            <a:ext cx="1077615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man Old Style" panose="02050604050505020204" pitchFamily="18" charset="0"/>
              </a:rPr>
              <a:t>Training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Train-test split: 80% training, 20% testing (with stratified sampling to maintain class balance).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Performance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Training Accuracy: ~0.92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Test Accuracy: ~0.85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Balanced Accuracy, Precision, Recall, and F1-score evaluated.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Classification reports and confusion matrices plotted for both training and testing sets.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Visualization &amp;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Feature importance analysis revealed key input variables influencing phase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Confusion matrices helped assess model prediction quality across different phases.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40A1E-09AF-140B-332A-4C772B4FEBFA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9231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1A9A-97BA-EDC6-E932-8BDCCC7B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C7F09F-7CFB-B99C-73F3-9908E34BA3C7}"/>
              </a:ext>
            </a:extLst>
          </p:cNvPr>
          <p:cNvSpPr txBox="1"/>
          <p:nvPr/>
        </p:nvSpPr>
        <p:spPr>
          <a:xfrm>
            <a:off x="4640725" y="902419"/>
            <a:ext cx="3667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RANDOM FOREST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67485-D553-8591-56B4-7BDA1BD1B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419" y="1983958"/>
            <a:ext cx="3558279" cy="345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CC846-32F2-9301-7E4A-74EE1B460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76" b="19506"/>
          <a:stretch/>
        </p:blipFill>
        <p:spPr>
          <a:xfrm>
            <a:off x="1800302" y="2015555"/>
            <a:ext cx="3803626" cy="314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8DDD7F-AC19-E173-66C2-5A27F9EE4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88" y="3571026"/>
            <a:ext cx="5456404" cy="22939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ECAE3C-0757-985F-A109-E2634956C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4442" y="3571026"/>
            <a:ext cx="4857074" cy="22939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3397AD-EB13-FC67-2C7F-84FEAFFAE86C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18</a:t>
            </a:r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5606DC-CA81-5BA2-F210-814559C9E1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760" y="2667026"/>
            <a:ext cx="4366969" cy="31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9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549FF1-0123-C919-85F0-7F663980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56" y="1250027"/>
            <a:ext cx="5146679" cy="43579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6F5F9A-0855-84F7-8EFD-920FA5B4B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567" y="1250028"/>
            <a:ext cx="5129333" cy="4357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D75030-3397-FB84-3269-08FF0F76647E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19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0571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414523-02FA-4B31-016B-7D5E2B5F7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718" y="508819"/>
            <a:ext cx="6725264" cy="584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C71BBB-915A-22A0-DE9A-52AF059E4ACE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74000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6670C4-9287-35BD-ED42-57FB85F2AA75}"/>
              </a:ext>
            </a:extLst>
          </p:cNvPr>
          <p:cNvSpPr txBox="1"/>
          <p:nvPr/>
        </p:nvSpPr>
        <p:spPr>
          <a:xfrm>
            <a:off x="4522838" y="568123"/>
            <a:ext cx="3667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NEURAL NETWORKS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CCC58-6976-1E07-C0C8-4C800FC6A76A}"/>
              </a:ext>
            </a:extLst>
          </p:cNvPr>
          <p:cNvSpPr txBox="1"/>
          <p:nvPr/>
        </p:nvSpPr>
        <p:spPr>
          <a:xfrm>
            <a:off x="668594" y="1166842"/>
            <a:ext cx="108056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man Old Style" panose="02050604050505020204" pitchFamily="18" charset="0"/>
              </a:rPr>
              <a:t>MLP Classifier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Developed a Multilayer Perceptron (MLP) model to predict phases of High Entropy Alloys (HEAs).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Used 6 composition-based features: </a:t>
            </a:r>
            <a:r>
              <a:rPr lang="en-IN" dirty="0" err="1">
                <a:latin typeface="Bookman Old Style" panose="02050604050505020204" pitchFamily="18" charset="0"/>
              </a:rPr>
              <a:t>Num_of_Elem</a:t>
            </a:r>
            <a:r>
              <a:rPr lang="en-IN" dirty="0">
                <a:latin typeface="Bookman Old Style" panose="02050604050505020204" pitchFamily="18" charset="0"/>
              </a:rPr>
              <a:t>, VEC, </a:t>
            </a:r>
            <a:r>
              <a:rPr lang="en-IN" dirty="0" err="1">
                <a:latin typeface="Bookman Old Style" panose="02050604050505020204" pitchFamily="18" charset="0"/>
              </a:rPr>
              <a:t>Atom.Size.Diff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Elect.Diff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dHmix</a:t>
            </a:r>
            <a:r>
              <a:rPr lang="en-IN" dirty="0">
                <a:latin typeface="Bookman Old Style" panose="02050604050505020204" pitchFamily="18" charset="0"/>
              </a:rPr>
              <a:t>, </a:t>
            </a:r>
            <a:r>
              <a:rPr lang="en-IN" dirty="0" err="1">
                <a:latin typeface="Bookman Old Style" panose="02050604050505020204" pitchFamily="18" charset="0"/>
              </a:rPr>
              <a:t>dSmix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Dropped non-compositional metadata.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Encoded categorical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Handled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Applied standardization (</a:t>
            </a:r>
            <a:r>
              <a:rPr lang="en-IN" dirty="0" err="1">
                <a:latin typeface="Bookman Old Style" panose="02050604050505020204" pitchFamily="18" charset="0"/>
              </a:rPr>
              <a:t>StandardScaler</a:t>
            </a:r>
            <a:r>
              <a:rPr lang="en-IN" dirty="0">
                <a:latin typeface="Bookman Old Style" panose="02050604050505020204" pitchFamily="18" charset="0"/>
              </a:rPr>
              <a:t>)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Model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Two hidden layers (100 and 50 neurons)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Activation function: </a:t>
            </a:r>
            <a:r>
              <a:rPr lang="en-IN" dirty="0" err="1">
                <a:latin typeface="Bookman Old Style" panose="02050604050505020204" pitchFamily="18" charset="0"/>
              </a:rPr>
              <a:t>ReLU</a:t>
            </a: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Trained using the Adam optimizer with 1000 max iterations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Train-test split: 80% training, 20% testing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9E533-11CC-E717-14E7-50D5B156F9D8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15980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33909-326D-6F4E-F15E-A1C7BFA8034B}"/>
              </a:ext>
            </a:extLst>
          </p:cNvPr>
          <p:cNvSpPr txBox="1"/>
          <p:nvPr/>
        </p:nvSpPr>
        <p:spPr>
          <a:xfrm>
            <a:off x="1012722" y="1997839"/>
            <a:ext cx="108941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man Old Style" panose="02050604050505020204" pitchFamily="18" charset="0"/>
              </a:rPr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Training Accuracy:  0.88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Test Accuracy: 0.89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Balanced Accuracy, F1-score, and Confusion Matrix used for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b="1" dirty="0">
                <a:latin typeface="Bookman Old Style" panose="02050604050505020204" pitchFamily="18" charset="0"/>
              </a:rPr>
              <a:t>Visualization &amp;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PCA used for 2D visualization of class separability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Permutation feature importance identified key influencing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Cross-validation confirmed robustness and generalization of the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1F773-6627-6E35-46D3-B0CAB845FA78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3822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BF05D-A16B-18BB-6B8A-E482A02F1E4A}"/>
              </a:ext>
            </a:extLst>
          </p:cNvPr>
          <p:cNvSpPr txBox="1"/>
          <p:nvPr/>
        </p:nvSpPr>
        <p:spPr>
          <a:xfrm>
            <a:off x="4630993" y="754936"/>
            <a:ext cx="3667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NEURAL NETWORKS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B0309-64B5-C0A9-90FD-58C95425B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47"/>
          <a:stretch/>
        </p:blipFill>
        <p:spPr>
          <a:xfrm>
            <a:off x="1590994" y="1631305"/>
            <a:ext cx="4023226" cy="461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E4F4D2-D9A8-C46A-275A-DAAF418E1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47" y="1631305"/>
            <a:ext cx="3716620" cy="461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A99BE8-292F-3613-0163-3AA312E87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374" y="2969342"/>
            <a:ext cx="4719484" cy="29595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83323F-3C75-15A7-8F86-8AAB72EFA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890" y="2969341"/>
            <a:ext cx="4864390" cy="29595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7B4DB0-1389-80E7-0AF3-05476D8DB516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</a:t>
            </a:r>
            <a:endParaRPr lang="en-IN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06C8B7-3CF5-E162-EB2A-6F945180F2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639" y="2315951"/>
            <a:ext cx="5806438" cy="38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71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B1F45-14DF-705C-ED87-26372D1D5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95" y="902949"/>
            <a:ext cx="5245398" cy="48587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4FBAF3-4D5C-56B0-CFCC-11E5E01F2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02949"/>
            <a:ext cx="5358581" cy="4858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7DC28D-0B1A-0A78-8B8A-A37DF142E51D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84811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DA6F63C-EA20-96C6-8E7C-CB718004E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619125"/>
            <a:ext cx="752475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5958D7-27B2-0C96-0A89-1E6E4008C530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95490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1B64D-02D6-748F-D1E9-59717378AB74}"/>
              </a:ext>
            </a:extLst>
          </p:cNvPr>
          <p:cNvSpPr txBox="1"/>
          <p:nvPr/>
        </p:nvSpPr>
        <p:spPr>
          <a:xfrm>
            <a:off x="580104" y="552753"/>
            <a:ext cx="4178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25ABD-F5C1-7CC8-E6F2-8502945FF24D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26</a:t>
            </a: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3861D2-8FFE-7ADB-493B-6B658943E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148187"/>
              </p:ext>
            </p:extLst>
          </p:nvPr>
        </p:nvGraphicFramePr>
        <p:xfrm>
          <a:off x="1835355" y="1415081"/>
          <a:ext cx="8195323" cy="2392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88353">
                  <a:extLst>
                    <a:ext uri="{9D8B030D-6E8A-4147-A177-3AD203B41FA5}">
                      <a16:colId xmlns:a16="http://schemas.microsoft.com/office/drawing/2014/main" val="4008603670"/>
                    </a:ext>
                  </a:extLst>
                </a:gridCol>
                <a:gridCol w="1525505">
                  <a:extLst>
                    <a:ext uri="{9D8B030D-6E8A-4147-A177-3AD203B41FA5}">
                      <a16:colId xmlns:a16="http://schemas.microsoft.com/office/drawing/2014/main" val="3026541237"/>
                    </a:ext>
                  </a:extLst>
                </a:gridCol>
                <a:gridCol w="1817464">
                  <a:extLst>
                    <a:ext uri="{9D8B030D-6E8A-4147-A177-3AD203B41FA5}">
                      <a16:colId xmlns:a16="http://schemas.microsoft.com/office/drawing/2014/main" val="8232641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781129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722223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3282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S.No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F1 - Score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4887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95503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XG Boost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1068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79661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Neural Networks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766331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F1D10A-B669-F581-7AD7-15AA1EA0C7B0}"/>
              </a:ext>
            </a:extLst>
          </p:cNvPr>
          <p:cNvSpPr txBox="1"/>
          <p:nvPr/>
        </p:nvSpPr>
        <p:spPr>
          <a:xfrm>
            <a:off x="757084" y="4023758"/>
            <a:ext cx="107859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Based on the above analysis, we can conclude that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The </a:t>
            </a:r>
            <a:r>
              <a:rPr lang="en-US" b="1" dirty="0">
                <a:latin typeface="Bookman Old Style" panose="02050604050505020204" pitchFamily="18" charset="0"/>
              </a:rPr>
              <a:t>Neural Networks</a:t>
            </a:r>
            <a:r>
              <a:rPr lang="en-US" dirty="0">
                <a:latin typeface="Bookman Old Style" panose="02050604050505020204" pitchFamily="18" charset="0"/>
              </a:rPr>
              <a:t> model achieved the best overall performance, making it the most reliable and consistent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Bookman Old Style" panose="02050604050505020204" pitchFamily="18" charset="0"/>
              </a:rPr>
              <a:t>XGBoost</a:t>
            </a:r>
            <a:r>
              <a:rPr lang="en-US" dirty="0">
                <a:latin typeface="Bookman Old Style" panose="02050604050505020204" pitchFamily="18" charset="0"/>
              </a:rPr>
              <a:t> and </a:t>
            </a:r>
            <a:r>
              <a:rPr lang="en-US" b="1" dirty="0">
                <a:latin typeface="Bookman Old Style" panose="02050604050505020204" pitchFamily="18" charset="0"/>
              </a:rPr>
              <a:t>Random Forest</a:t>
            </a:r>
            <a:r>
              <a:rPr lang="en-US" dirty="0">
                <a:latin typeface="Bookman Old Style" panose="02050604050505020204" pitchFamily="18" charset="0"/>
              </a:rPr>
              <a:t> also performed strongly, both achieving comparable metrics, suggesting they are good alternatives with slightly lower computational complexity compared to Neural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The </a:t>
            </a:r>
            <a:r>
              <a:rPr lang="en-US" b="1" dirty="0">
                <a:latin typeface="Bookman Old Style" panose="02050604050505020204" pitchFamily="18" charset="0"/>
              </a:rPr>
              <a:t>SVM</a:t>
            </a:r>
            <a:r>
              <a:rPr lang="en-US" dirty="0">
                <a:latin typeface="Bookman Old Style" panose="02050604050505020204" pitchFamily="18" charset="0"/>
              </a:rPr>
              <a:t> model, underperformed comparing to the others, indicating it may not be well-suited for this particular dataset or problem.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68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62F9D-7227-4F4B-646C-5C575795E617}"/>
              </a:ext>
            </a:extLst>
          </p:cNvPr>
          <p:cNvSpPr txBox="1"/>
          <p:nvPr/>
        </p:nvSpPr>
        <p:spPr>
          <a:xfrm>
            <a:off x="580104" y="552753"/>
            <a:ext cx="6046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TEAM CONTRIBUTION: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667F72-2E75-D909-D2BA-EEF3E88C2799}"/>
              </a:ext>
            </a:extLst>
          </p:cNvPr>
          <p:cNvSpPr txBox="1"/>
          <p:nvPr/>
        </p:nvSpPr>
        <p:spPr>
          <a:xfrm>
            <a:off x="1966452" y="2054942"/>
            <a:ext cx="882324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Bookman Old Style" panose="02050604050505020204" pitchFamily="18" charset="0"/>
              </a:rPr>
              <a:t>RISHITHA C – Support Vector Machine</a:t>
            </a:r>
          </a:p>
          <a:p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Bookman Old Style" panose="02050604050505020204" pitchFamily="18" charset="0"/>
              </a:rPr>
              <a:t>DIVYA RITHANYA S – Random Forest</a:t>
            </a:r>
          </a:p>
          <a:p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Bookman Old Style" panose="02050604050505020204" pitchFamily="18" charset="0"/>
              </a:rPr>
              <a:t>KARTHIKEYA Y – XG Boost</a:t>
            </a:r>
          </a:p>
          <a:p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Bookman Old Style" panose="02050604050505020204" pitchFamily="18" charset="0"/>
              </a:rPr>
              <a:t>KAUSHAL S – Neural Networks(MLP Classifier)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BE085-C998-5440-3C6F-A74C6998B6C2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39109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91F3E-4881-FDC1-0140-F2A173B9737A}"/>
              </a:ext>
            </a:extLst>
          </p:cNvPr>
          <p:cNvSpPr txBox="1"/>
          <p:nvPr/>
        </p:nvSpPr>
        <p:spPr>
          <a:xfrm>
            <a:off x="580104" y="552753"/>
            <a:ext cx="4178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REFERENCES: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4ED44-8138-DA09-C284-F46ABA5D8AE8}"/>
              </a:ext>
            </a:extLst>
          </p:cNvPr>
          <p:cNvSpPr txBox="1"/>
          <p:nvPr/>
        </p:nvSpPr>
        <p:spPr>
          <a:xfrm>
            <a:off x="481781" y="1199084"/>
            <a:ext cx="1134642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Machaka, R.,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Motsi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G.T.,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Raganya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L.M.,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Radingoana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P.M. and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Chikosha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S., </a:t>
            </a:r>
            <a:r>
              <a:rPr lang="en-US" i="1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2021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. 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Machine learning-based prediction of phases in high-entropy alloys: A data article.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 Data in brief, 38, p.107346.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Gorsse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S., Nguyen, M.H.,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Senkov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O.N. and Miracle, D.B., </a:t>
            </a:r>
            <a:r>
              <a:rPr lang="en-US" i="1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2018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. 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Database on the mechanical properties of high entropy alloys and complex concentrated alloys. 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Data in brief, 21, pp.2664-2678.</a:t>
            </a:r>
            <a:endParaRPr lang="en-US" dirty="0">
              <a:solidFill>
                <a:srgbClr val="212121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Couzinié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J.P.,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Senkov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O.N., Miracle, D.B. and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Dirras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G.,</a:t>
            </a:r>
            <a:r>
              <a:rPr lang="en-US" i="1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 2018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. 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Comprehensive data compilation on the mechanical properties of refractory high-entropy alloys.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 Data in brief, 21, pp.1622-1641.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Ye, Y.F., Wang, Q., Lu, J., Liu, C.T. and Yang, Y., </a:t>
            </a:r>
            <a:r>
              <a:rPr lang="en-US" i="1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2016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. 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High-entropy alloy: challenges and prospects. 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Materials Today, 19(6), pp.349-362.</a:t>
            </a:r>
            <a:endParaRPr lang="en-US" dirty="0">
              <a:solidFill>
                <a:srgbClr val="212121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King, D.J.M., Middleburgh, S.C., McGregor, A.G. and </a:t>
            </a:r>
            <a:r>
              <a:rPr lang="en-US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Cortie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M.B., </a:t>
            </a:r>
            <a:r>
              <a:rPr lang="en-US" i="1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2016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. 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Predicting the formation and stability of single phase high-entropy alloys. Acta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Materialia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104, pp.172-179.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Li, S., Zhang, H., Dai, D., Ding, G., Wei, X. and Guo, Y., </a:t>
            </a:r>
            <a:r>
              <a:rPr lang="en-US" i="1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2019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. 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Study on the factors affecting solid solubility in binary alloys: An exploration by Machine Learning. Journal of Alloys and Compounds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, 782, pp.110-118.</a:t>
            </a:r>
            <a:endParaRPr lang="en-US" dirty="0">
              <a:solidFill>
                <a:srgbClr val="212121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Qu, N., Chen, Y., Lai, Z., Liu, Y. and Zhu, J., </a:t>
            </a:r>
            <a:r>
              <a:rPr lang="en-US" i="1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2019. </a:t>
            </a:r>
            <a:r>
              <a:rPr lang="en-US" b="1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The phase selection via machine learning in high entropy alloys. </a:t>
            </a:r>
            <a:r>
              <a:rPr lang="en-US" i="0" dirty="0">
                <a:solidFill>
                  <a:srgbClr val="212121"/>
                </a:solidFill>
                <a:effectLst/>
                <a:latin typeface="Bookman Old Style" panose="02050604050505020204" pitchFamily="18" charset="0"/>
              </a:rPr>
              <a:t>Procedia Manufacturing, 37, pp.299-305.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82845-70CE-119A-335B-7F930E0B6B6F}"/>
              </a:ext>
            </a:extLst>
          </p:cNvPr>
          <p:cNvSpPr txBox="1"/>
          <p:nvPr/>
        </p:nvSpPr>
        <p:spPr>
          <a:xfrm>
            <a:off x="11405419" y="6430297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28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99290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859</TotalTime>
  <Words>1729</Words>
  <Application>Microsoft Office PowerPoint</Application>
  <PresentationFormat>Widescreen</PresentationFormat>
  <Paragraphs>288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Arial</vt:lpstr>
      <vt:lpstr>Bookman Old Style</vt:lpstr>
      <vt:lpstr>Bookman Old StyleC</vt:lpstr>
      <vt:lpstr>Calibri</vt:lpstr>
      <vt:lpstr>Calisto MT</vt:lpstr>
      <vt:lpstr>Garamond</vt:lpstr>
      <vt:lpstr>Wingdings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Rithanya Sivakumar</dc:creator>
  <cp:lastModifiedBy>Divya Rithanya Sivakumar</cp:lastModifiedBy>
  <cp:revision>1</cp:revision>
  <dcterms:created xsi:type="dcterms:W3CDTF">2025-04-17T05:49:17Z</dcterms:created>
  <dcterms:modified xsi:type="dcterms:W3CDTF">2025-04-27T13:17:48Z</dcterms:modified>
</cp:coreProperties>
</file>